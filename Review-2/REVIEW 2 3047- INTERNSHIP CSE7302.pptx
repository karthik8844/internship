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diagrams/colors1.xml" ContentType="application/vnd.openxmlformats-officedocument.drawingml.diagramColors+xml"/>
  <Override PartName="/ppt/diagrams/data1.xml" ContentType="application/vnd.openxmlformats-officedocument.drawingml.diagramData+xml"/>
  <Override PartName="/ppt/diagrams/drawing1.xml" ContentType="application/vnd.ms-office.drawingml.diagramDrawing+xml"/>
  <Override PartName="/ppt/diagrams/layout1.xml" ContentType="application/vnd.openxmlformats-officedocument.drawingml.diagramLayout+xml"/>
  <Override PartName="/ppt/diagrams/quickStyle1.xml" ContentType="application/vnd.openxmlformats-officedocument.drawingml.diagramStyl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9" r:id="rId3"/>
    <p:sldId id="270" r:id="rId5"/>
    <p:sldId id="261" r:id="rId6"/>
    <p:sldId id="262" r:id="rId7"/>
    <p:sldId id="263" r:id="rId8"/>
    <p:sldId id="264" r:id="rId9"/>
    <p:sldId id="265" r:id="rId10"/>
    <p:sldId id="271" r:id="rId11"/>
    <p:sldId id="277" r:id="rId12"/>
    <p:sldId id="272" r:id="rId13"/>
    <p:sldId id="273" r:id="rId14"/>
    <p:sldId id="274" r:id="rId15"/>
    <p:sldId id="275" r:id="rId16"/>
    <p:sldId id="266" r:id="rId17"/>
    <p:sldId id="267" r:id="rId18"/>
    <p:sldId id="269"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795"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2570" autoAdjust="0"/>
    <p:restoredTop sz="94660"/>
  </p:normalViewPr>
  <p:slideViewPr>
    <p:cSldViewPr snapToGrid="0" showGuides="1">
      <p:cViewPr varScale="1">
        <p:scale>
          <a:sx n="124" d="100"/>
          <a:sy n="124" d="100"/>
        </p:scale>
        <p:origin x="312" y="184"/>
      </p:cViewPr>
      <p:guideLst>
        <p:guide orient="horz" pos="2160"/>
        <p:guide pos="3795"/>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2" Type="http://schemas.openxmlformats.org/officeDocument/2006/relationships/tableStyles" Target="tableStyles.xml"/><Relationship Id="rId21" Type="http://schemas.openxmlformats.org/officeDocument/2006/relationships/viewProps" Target="viewProps.xml"/><Relationship Id="rId20" Type="http://schemas.openxmlformats.org/officeDocument/2006/relationships/presProps" Target="presProps.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iagrams/colors1.xml><?xml version="1.0" encoding="utf-8"?>
<dgm:colorsDef xmlns:dgm="http://schemas.openxmlformats.org/drawingml/2006/diagram" xmlns:a="http://schemas.openxmlformats.org/drawingml/2006/main" uniqueId="urn:microsoft.com/office/officeart/2005/8/colors/colorful1#1">
  <dgm:title val=""/>
  <dgm:desc val=""/>
  <dgm:catLst>
    <dgm:cat type="colorful" pri="10100"/>
  </dgm:catLst>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5751524B-FB67-4894-A0C5-35151E149D68}" type="doc">
      <dgm:prSet loTypeId="urn:microsoft.com/office/officeart/2011/layout/InterconnectedBlockProcess" loCatId="process" qsTypeId="urn:microsoft.com/office/officeart/2005/8/quickstyle/simple1" qsCatId="simple" csTypeId="urn:microsoft.com/office/officeart/2005/8/colors/colorful1#1" csCatId="colorful" phldr="1"/>
      <dgm:spPr/>
      <dgm:t>
        <a:bodyPr/>
        <a:lstStyle/>
        <a:p>
          <a:endParaRPr lang="en-US"/>
        </a:p>
      </dgm:t>
    </dgm:pt>
    <dgm:pt modelId="{988D96B0-D16E-4763-B393-84178CF4FF50}">
      <dgm:prSet phldrT="[Text]"/>
      <dgm:spPr/>
      <dgm:t>
        <a:bodyPr/>
        <a:lstStyle/>
        <a:p>
          <a:r>
            <a:rPr lang="en-US" dirty="0">
              <a:latin typeface="Times New Roman" panose="02020603050405020304" pitchFamily="18" charset="0"/>
              <a:cs typeface="Times New Roman" panose="02020603050405020304" pitchFamily="18" charset="0"/>
            </a:rPr>
            <a:t>Review 1</a:t>
          </a:r>
        </a:p>
      </dgm:t>
    </dgm:pt>
    <dgm:pt modelId="{080A6B9D-C27D-4227-AC65-3C97878D78C4}" cxnId="{8CB593F6-6C5D-4606-B959-3E27F9872EC1}" type="parTrans">
      <dgm:prSet/>
      <dgm:spPr/>
      <dgm:t>
        <a:bodyPr/>
        <a:lstStyle/>
        <a:p>
          <a:endParaRPr lang="en-US"/>
        </a:p>
      </dgm:t>
    </dgm:pt>
    <dgm:pt modelId="{19B27CEC-4BAD-44A7-A9A7-B7A8B23ADCFD}" cxnId="{8CB593F6-6C5D-4606-B959-3E27F9872EC1}" type="sibTrans">
      <dgm:prSet/>
      <dgm:spPr/>
      <dgm:t>
        <a:bodyPr/>
        <a:lstStyle/>
        <a:p>
          <a:endParaRPr lang="en-US"/>
        </a:p>
      </dgm:t>
    </dgm:pt>
    <dgm:pt modelId="{D471E45F-B026-44AA-9616-57E786AE80AF}">
      <dgm:prSet phldrT="[Text]" custT="1"/>
      <dgm:spPr/>
      <dgm:t>
        <a:bodyPr/>
        <a:lstStyle/>
        <a:p>
          <a:r>
            <a:rPr lang="en-US" sz="1100" dirty="0">
              <a:latin typeface="Times New Roman" panose="02020603050405020304" pitchFamily="18" charset="0"/>
              <a:cs typeface="Times New Roman" panose="02020603050405020304" pitchFamily="18" charset="0"/>
            </a:rPr>
            <a:t>Understanding project requirements</a:t>
          </a:r>
        </a:p>
      </dgm:t>
    </dgm:pt>
    <dgm:pt modelId="{326A986D-69A4-4AC0-AD9B-462FFC9C3F18}" cxnId="{AEE28BEF-3F73-41A5-9307-D42A450FCA17}" type="parTrans">
      <dgm:prSet/>
      <dgm:spPr/>
      <dgm:t>
        <a:bodyPr/>
        <a:lstStyle/>
        <a:p>
          <a:endParaRPr lang="en-US"/>
        </a:p>
      </dgm:t>
    </dgm:pt>
    <dgm:pt modelId="{304E70AD-39C7-4C28-BF7B-6EE91BAE97B7}" cxnId="{AEE28BEF-3F73-41A5-9307-D42A450FCA17}" type="sibTrans">
      <dgm:prSet/>
      <dgm:spPr/>
      <dgm:t>
        <a:bodyPr/>
        <a:lstStyle/>
        <a:p>
          <a:endParaRPr lang="en-US"/>
        </a:p>
      </dgm:t>
    </dgm:pt>
    <dgm:pt modelId="{7B3055AA-BF7C-46D0-9A9E-60087B9F57B4}">
      <dgm:prSet phldrT="[Text]"/>
      <dgm:spPr/>
      <dgm:t>
        <a:bodyPr/>
        <a:lstStyle/>
        <a:p>
          <a:r>
            <a:rPr lang="en-US" dirty="0">
              <a:latin typeface="Times New Roman" panose="02020603050405020304" pitchFamily="18" charset="0"/>
              <a:cs typeface="Times New Roman" panose="02020603050405020304" pitchFamily="18" charset="0"/>
            </a:rPr>
            <a:t>Review 2</a:t>
          </a:r>
        </a:p>
      </dgm:t>
    </dgm:pt>
    <dgm:pt modelId="{F772EF41-D2BB-4368-8327-B4E332165F48}" cxnId="{6C7D4BBB-EED6-4011-9FBC-87F683D5B245}" type="parTrans">
      <dgm:prSet/>
      <dgm:spPr/>
      <dgm:t>
        <a:bodyPr/>
        <a:lstStyle/>
        <a:p>
          <a:endParaRPr lang="en-US"/>
        </a:p>
      </dgm:t>
    </dgm:pt>
    <dgm:pt modelId="{B81593E2-4CAC-4783-8D2D-E9DDD236A942}" cxnId="{6C7D4BBB-EED6-4011-9FBC-87F683D5B245}" type="sibTrans">
      <dgm:prSet/>
      <dgm:spPr/>
      <dgm:t>
        <a:bodyPr/>
        <a:lstStyle/>
        <a:p>
          <a:endParaRPr lang="en-US"/>
        </a:p>
      </dgm:t>
    </dgm:pt>
    <dgm:pt modelId="{9FED87C4-3F3B-4A18-9185-9F80CFEDEA2E}">
      <dgm:prSet phldrT="[Text]"/>
      <dgm:spPr/>
      <dgm:t>
        <a:bodyPr/>
        <a:lstStyle/>
        <a:p>
          <a:r>
            <a:rPr lang="en-US" dirty="0">
              <a:latin typeface="Times New Roman" panose="02020603050405020304" pitchFamily="18" charset="0"/>
              <a:cs typeface="Times New Roman" panose="02020603050405020304" pitchFamily="18" charset="0"/>
            </a:rPr>
            <a:t>Understanding project requirements</a:t>
          </a:r>
        </a:p>
      </dgm:t>
    </dgm:pt>
    <dgm:pt modelId="{669F5586-1E47-4A85-AA72-0E435BABD665}" cxnId="{27611794-B6EF-4593-A560-02BF7692DC5A}" type="parTrans">
      <dgm:prSet/>
      <dgm:spPr/>
      <dgm:t>
        <a:bodyPr/>
        <a:lstStyle/>
        <a:p>
          <a:endParaRPr lang="en-US"/>
        </a:p>
      </dgm:t>
    </dgm:pt>
    <dgm:pt modelId="{AD0D1882-5210-4A49-9875-4AAC43595580}" cxnId="{27611794-B6EF-4593-A560-02BF7692DC5A}" type="sibTrans">
      <dgm:prSet/>
      <dgm:spPr/>
      <dgm:t>
        <a:bodyPr/>
        <a:lstStyle/>
        <a:p>
          <a:endParaRPr lang="en-US"/>
        </a:p>
      </dgm:t>
    </dgm:pt>
    <dgm:pt modelId="{A59EC69B-8F3F-425B-819F-E8C557946AEE}">
      <dgm:prSet phldrT="[Text]"/>
      <dgm:spPr/>
      <dgm:t>
        <a:bodyPr/>
        <a:lstStyle/>
        <a:p>
          <a:r>
            <a:rPr lang="en-US" dirty="0">
              <a:latin typeface="Times New Roman" panose="02020603050405020304" pitchFamily="18" charset="0"/>
              <a:cs typeface="Times New Roman" panose="02020603050405020304" pitchFamily="18" charset="0"/>
            </a:rPr>
            <a:t>Review 3</a:t>
          </a:r>
        </a:p>
      </dgm:t>
    </dgm:pt>
    <dgm:pt modelId="{0095C3CB-916F-4060-A8DA-DD282FB51587}" cxnId="{D1BA1DD0-A52A-47BF-962D-9810C87E1576}" type="parTrans">
      <dgm:prSet/>
      <dgm:spPr/>
      <dgm:t>
        <a:bodyPr/>
        <a:lstStyle/>
        <a:p>
          <a:endParaRPr lang="en-US"/>
        </a:p>
      </dgm:t>
    </dgm:pt>
    <dgm:pt modelId="{2868AD8D-4E38-46CE-A972-709857BF40AC}" cxnId="{D1BA1DD0-A52A-47BF-962D-9810C87E1576}" type="sibTrans">
      <dgm:prSet/>
      <dgm:spPr/>
      <dgm:t>
        <a:bodyPr/>
        <a:lstStyle/>
        <a:p>
          <a:endParaRPr lang="en-US"/>
        </a:p>
      </dgm:t>
    </dgm:pt>
    <dgm:pt modelId="{73DB572E-062D-41AD-8033-D361B8E583DB}">
      <dgm:prSet phldrT="[Text]" custT="1"/>
      <dgm:spPr/>
      <dgm:t>
        <a:bodyPr/>
        <a:lstStyle/>
        <a:p>
          <a:r>
            <a:rPr lang="en-US" sz="1200" dirty="0">
              <a:latin typeface="Times New Roman" panose="02020603050405020304" pitchFamily="18" charset="0"/>
              <a:cs typeface="Times New Roman" panose="02020603050405020304" pitchFamily="18" charset="0"/>
            </a:rPr>
            <a:t>Designing system architecture</a:t>
          </a:r>
        </a:p>
      </dgm:t>
    </dgm:pt>
    <dgm:pt modelId="{75D01B62-D132-48B8-9D06-D0A551A21107}" cxnId="{AA17007A-110D-43AE-B6F2-DF2DF885F2E2}" type="parTrans">
      <dgm:prSet/>
      <dgm:spPr/>
      <dgm:t>
        <a:bodyPr/>
        <a:lstStyle/>
        <a:p>
          <a:endParaRPr lang="en-US"/>
        </a:p>
      </dgm:t>
    </dgm:pt>
    <dgm:pt modelId="{98BDB650-3386-4D3D-8E80-609010499291}" cxnId="{AA17007A-110D-43AE-B6F2-DF2DF885F2E2}" type="sibTrans">
      <dgm:prSet/>
      <dgm:spPr/>
      <dgm:t>
        <a:bodyPr/>
        <a:lstStyle/>
        <a:p>
          <a:endParaRPr lang="en-US"/>
        </a:p>
      </dgm:t>
    </dgm:pt>
    <dgm:pt modelId="{5E92505A-51E0-4F78-B3C5-704ACF8710DE}">
      <dgm:prSet phldrT="[Text]"/>
      <dgm:spPr/>
      <dgm:t>
        <a:bodyPr/>
        <a:lstStyle/>
        <a:p>
          <a:r>
            <a:rPr lang="en-US" dirty="0">
              <a:latin typeface="Times New Roman" panose="02020603050405020304" pitchFamily="18" charset="0"/>
              <a:cs typeface="Times New Roman" panose="02020603050405020304" pitchFamily="18" charset="0"/>
            </a:rPr>
            <a:t>Review 4</a:t>
          </a:r>
        </a:p>
      </dgm:t>
    </dgm:pt>
    <dgm:pt modelId="{765B1266-7CE2-4F9C-AE38-D97DFBC1B151}" cxnId="{DA8CD5E8-B2EE-41E4-8EC6-CFB41D688F68}" type="parTrans">
      <dgm:prSet/>
      <dgm:spPr/>
      <dgm:t>
        <a:bodyPr/>
        <a:lstStyle/>
        <a:p>
          <a:endParaRPr lang="en-US"/>
        </a:p>
      </dgm:t>
    </dgm:pt>
    <dgm:pt modelId="{5E9E6A6F-635A-4791-A107-01E95B62EA08}" cxnId="{DA8CD5E8-B2EE-41E4-8EC6-CFB41D688F68}" type="sibTrans">
      <dgm:prSet/>
      <dgm:spPr/>
      <dgm:t>
        <a:bodyPr/>
        <a:lstStyle/>
        <a:p>
          <a:endParaRPr lang="en-US"/>
        </a:p>
      </dgm:t>
    </dgm:pt>
    <dgm:pt modelId="{65C051F6-A849-4495-A964-CD4C650B9C06}">
      <dgm:prSet phldrT="[Text]"/>
      <dgm:spPr/>
      <dgm:t>
        <a:bodyPr/>
        <a:lstStyle/>
        <a:p>
          <a:r>
            <a:rPr lang="en-US" dirty="0">
              <a:latin typeface="Times New Roman" panose="02020603050405020304" pitchFamily="18" charset="0"/>
              <a:cs typeface="Times New Roman" panose="02020603050405020304" pitchFamily="18" charset="0"/>
            </a:rPr>
            <a:t>Final Review</a:t>
          </a:r>
        </a:p>
      </dgm:t>
    </dgm:pt>
    <dgm:pt modelId="{C24738E5-1547-4D8D-A2CE-64D703ECDF78}" cxnId="{521FD508-C5FD-4804-AFDC-D1FF9945B211}" type="parTrans">
      <dgm:prSet/>
      <dgm:spPr/>
      <dgm:t>
        <a:bodyPr/>
        <a:lstStyle/>
        <a:p>
          <a:endParaRPr lang="en-US"/>
        </a:p>
      </dgm:t>
    </dgm:pt>
    <dgm:pt modelId="{196A2EB9-DD96-4630-B699-7AF000340374}" cxnId="{521FD508-C5FD-4804-AFDC-D1FF9945B211}" type="sibTrans">
      <dgm:prSet/>
      <dgm:spPr/>
      <dgm:t>
        <a:bodyPr/>
        <a:lstStyle/>
        <a:p>
          <a:endParaRPr lang="en-US"/>
        </a:p>
      </dgm:t>
    </dgm:pt>
    <dgm:pt modelId="{DDFEE529-7D30-4B1B-A9A9-188E61905EBD}">
      <dgm:prSet custT="1"/>
      <dgm:spPr/>
      <dgm:t>
        <a:bodyPr/>
        <a:lstStyle/>
        <a:p>
          <a:r>
            <a:rPr lang="en-US" sz="1100">
              <a:latin typeface="Times New Roman" panose="02020603050405020304" pitchFamily="18" charset="0"/>
              <a:cs typeface="Times New Roman" panose="02020603050405020304" pitchFamily="18" charset="0"/>
            </a:rPr>
            <a:t>Learning basics of Face Recognition and AI</a:t>
          </a:r>
        </a:p>
      </dgm:t>
    </dgm:pt>
    <dgm:pt modelId="{8CEBB46B-D25D-490F-B77B-9DA0476AE203}" cxnId="{FE526E78-D3AC-4D90-B3D1-C1812C43ECC2}" type="parTrans">
      <dgm:prSet/>
      <dgm:spPr/>
      <dgm:t>
        <a:bodyPr/>
        <a:lstStyle/>
        <a:p>
          <a:endParaRPr lang="en-US"/>
        </a:p>
      </dgm:t>
    </dgm:pt>
    <dgm:pt modelId="{D6EB8FF9-4338-4C55-A703-F4C49EDC88B8}" cxnId="{FE526E78-D3AC-4D90-B3D1-C1812C43ECC2}" type="sibTrans">
      <dgm:prSet/>
      <dgm:spPr/>
      <dgm:t>
        <a:bodyPr/>
        <a:lstStyle/>
        <a:p>
          <a:endParaRPr lang="en-US"/>
        </a:p>
      </dgm:t>
    </dgm:pt>
    <dgm:pt modelId="{6925D430-A01D-415B-9BF8-992C29CCF13E}">
      <dgm:prSet custT="1"/>
      <dgm:spPr/>
      <dgm:t>
        <a:bodyPr/>
        <a:lstStyle/>
        <a:p>
          <a:r>
            <a:rPr lang="en-US" sz="1100">
              <a:latin typeface="Times New Roman" panose="02020603050405020304" pitchFamily="18" charset="0"/>
              <a:cs typeface="Times New Roman" panose="02020603050405020304" pitchFamily="18" charset="0"/>
            </a:rPr>
            <a:t>Studying Python, OpenCV, and Machine Learning concepts</a:t>
          </a:r>
        </a:p>
      </dgm:t>
    </dgm:pt>
    <dgm:pt modelId="{A95EE22F-8808-41B2-A61F-1E0DD2BB8B05}" cxnId="{060828C8-40AB-4D69-A660-C0A084980279}" type="parTrans">
      <dgm:prSet/>
      <dgm:spPr/>
      <dgm:t>
        <a:bodyPr/>
        <a:lstStyle/>
        <a:p>
          <a:endParaRPr lang="en-US"/>
        </a:p>
      </dgm:t>
    </dgm:pt>
    <dgm:pt modelId="{DD6C07FC-3E74-44F0-BB93-A35D3C8AEAFB}" cxnId="{060828C8-40AB-4D69-A660-C0A084980279}" type="sibTrans">
      <dgm:prSet/>
      <dgm:spPr/>
      <dgm:t>
        <a:bodyPr/>
        <a:lstStyle/>
        <a:p>
          <a:endParaRPr lang="en-US"/>
        </a:p>
      </dgm:t>
    </dgm:pt>
    <dgm:pt modelId="{A3F571C9-2B59-4F29-A991-492F4209BA16}">
      <dgm:prSet custT="1"/>
      <dgm:spPr/>
      <dgm:t>
        <a:bodyPr/>
        <a:lstStyle/>
        <a:p>
          <a:r>
            <a:rPr lang="en-US" sz="1100" dirty="0">
              <a:latin typeface="Times New Roman" panose="02020603050405020304" pitchFamily="18" charset="0"/>
              <a:cs typeface="Times New Roman" panose="02020603050405020304" pitchFamily="18" charset="0"/>
            </a:rPr>
            <a:t>Literature survey and problem identification</a:t>
          </a:r>
        </a:p>
      </dgm:t>
    </dgm:pt>
    <dgm:pt modelId="{C3342AFB-92A2-42F5-BE5A-F6CB2D8D8379}" cxnId="{9F7F851E-9CB8-44E1-B232-C7321ECB12B3}" type="parTrans">
      <dgm:prSet/>
      <dgm:spPr/>
      <dgm:t>
        <a:bodyPr/>
        <a:lstStyle/>
        <a:p>
          <a:endParaRPr lang="en-US"/>
        </a:p>
      </dgm:t>
    </dgm:pt>
    <dgm:pt modelId="{22DD5DBB-D3FB-4000-A5F8-BE98749D4C8A}" cxnId="{9F7F851E-9CB8-44E1-B232-C7321ECB12B3}" type="sibTrans">
      <dgm:prSet/>
      <dgm:spPr/>
      <dgm:t>
        <a:bodyPr/>
        <a:lstStyle/>
        <a:p>
          <a:endParaRPr lang="en-US"/>
        </a:p>
      </dgm:t>
    </dgm:pt>
    <dgm:pt modelId="{23718078-18DD-401F-93F9-E070FBDFECE5}">
      <dgm:prSet/>
      <dgm:spPr/>
      <dgm:t>
        <a:bodyPr/>
        <a:lstStyle/>
        <a:p>
          <a:r>
            <a:rPr lang="en-US">
              <a:latin typeface="Times New Roman" panose="02020603050405020304" pitchFamily="18" charset="0"/>
              <a:cs typeface="Times New Roman" panose="02020603050405020304" pitchFamily="18" charset="0"/>
            </a:rPr>
            <a:t>Learning basics of Face Recognition and AI</a:t>
          </a:r>
        </a:p>
      </dgm:t>
    </dgm:pt>
    <dgm:pt modelId="{2D41D316-1674-4861-B962-47052500207B}" cxnId="{E52D73F3-BCE9-4E62-919E-488EC1E7472E}" type="parTrans">
      <dgm:prSet/>
      <dgm:spPr/>
      <dgm:t>
        <a:bodyPr/>
        <a:lstStyle/>
        <a:p>
          <a:endParaRPr lang="en-US"/>
        </a:p>
      </dgm:t>
    </dgm:pt>
    <dgm:pt modelId="{72551748-8860-4B05-9C5B-3A7D1D603ABA}" cxnId="{E52D73F3-BCE9-4E62-919E-488EC1E7472E}" type="sibTrans">
      <dgm:prSet/>
      <dgm:spPr/>
      <dgm:t>
        <a:bodyPr/>
        <a:lstStyle/>
        <a:p>
          <a:endParaRPr lang="en-US"/>
        </a:p>
      </dgm:t>
    </dgm:pt>
    <dgm:pt modelId="{592E4B39-DAE8-42EB-AB60-4DD1F55AE6B2}">
      <dgm:prSet/>
      <dgm:spPr/>
      <dgm:t>
        <a:bodyPr/>
        <a:lstStyle/>
        <a:p>
          <a:r>
            <a:rPr lang="en-US">
              <a:latin typeface="Times New Roman" panose="02020603050405020304" pitchFamily="18" charset="0"/>
              <a:cs typeface="Times New Roman" panose="02020603050405020304" pitchFamily="18" charset="0"/>
            </a:rPr>
            <a:t>Studying Python, OpenCV, and Machine Learning concepts</a:t>
          </a:r>
        </a:p>
      </dgm:t>
    </dgm:pt>
    <dgm:pt modelId="{7DBBD6F7-3CAA-47C3-A642-C18CC1810868}" cxnId="{A98B3B12-1906-4CFE-B5D2-44E28ED2FA90}" type="parTrans">
      <dgm:prSet/>
      <dgm:spPr/>
      <dgm:t>
        <a:bodyPr/>
        <a:lstStyle/>
        <a:p>
          <a:endParaRPr lang="en-US"/>
        </a:p>
      </dgm:t>
    </dgm:pt>
    <dgm:pt modelId="{9C869E73-F4A9-4758-8A89-130295D871BE}" cxnId="{A98B3B12-1906-4CFE-B5D2-44E28ED2FA90}" type="sibTrans">
      <dgm:prSet/>
      <dgm:spPr/>
      <dgm:t>
        <a:bodyPr/>
        <a:lstStyle/>
        <a:p>
          <a:endParaRPr lang="en-US"/>
        </a:p>
      </dgm:t>
    </dgm:pt>
    <dgm:pt modelId="{BFE4EE50-BF59-4F15-A8B6-0EFAB25B4F74}">
      <dgm:prSet/>
      <dgm:spPr/>
      <dgm:t>
        <a:bodyPr/>
        <a:lstStyle/>
        <a:p>
          <a:r>
            <a:rPr lang="en-US" dirty="0">
              <a:latin typeface="Times New Roman" panose="02020603050405020304" pitchFamily="18" charset="0"/>
              <a:cs typeface="Times New Roman" panose="02020603050405020304" pitchFamily="18" charset="0"/>
            </a:rPr>
            <a:t>Literature survey and problem identification</a:t>
          </a:r>
        </a:p>
      </dgm:t>
    </dgm:pt>
    <dgm:pt modelId="{FDCE6FF8-2A3E-4316-ABBB-97B0C96B804A}" cxnId="{A2B38520-74C0-46E3-A96F-7A185F808E7F}" type="parTrans">
      <dgm:prSet/>
      <dgm:spPr/>
      <dgm:t>
        <a:bodyPr/>
        <a:lstStyle/>
        <a:p>
          <a:endParaRPr lang="en-US"/>
        </a:p>
      </dgm:t>
    </dgm:pt>
    <dgm:pt modelId="{A10E829F-2EDD-4A7F-A2A1-03BD89E9B5F0}" cxnId="{A2B38520-74C0-46E3-A96F-7A185F808E7F}" type="sibTrans">
      <dgm:prSet/>
      <dgm:spPr/>
      <dgm:t>
        <a:bodyPr/>
        <a:lstStyle/>
        <a:p>
          <a:endParaRPr lang="en-US"/>
        </a:p>
      </dgm:t>
    </dgm:pt>
    <dgm:pt modelId="{BB69796B-3B64-454F-9D2B-E22B06CBCE9B}">
      <dgm:prSet custT="1"/>
      <dgm:spPr/>
      <dgm:t>
        <a:bodyPr/>
        <a:lstStyle/>
        <a:p>
          <a:r>
            <a:rPr lang="en-US" sz="1200">
              <a:latin typeface="Times New Roman" panose="02020603050405020304" pitchFamily="18" charset="0"/>
              <a:cs typeface="Times New Roman" panose="02020603050405020304" pitchFamily="18" charset="0"/>
            </a:rPr>
            <a:t>Developing backend using Flask</a:t>
          </a:r>
        </a:p>
      </dgm:t>
    </dgm:pt>
    <dgm:pt modelId="{B88F5A73-9933-4E2E-9FC1-E937F127E0F6}" cxnId="{CAE77AAA-85C9-481C-A628-F130D6D2D057}" type="parTrans">
      <dgm:prSet/>
      <dgm:spPr/>
      <dgm:t>
        <a:bodyPr/>
        <a:lstStyle/>
        <a:p>
          <a:endParaRPr lang="en-US"/>
        </a:p>
      </dgm:t>
    </dgm:pt>
    <dgm:pt modelId="{D156835E-DAF4-4258-BAD7-DFE451D2E1B4}" cxnId="{CAE77AAA-85C9-481C-A628-F130D6D2D057}" type="sibTrans">
      <dgm:prSet/>
      <dgm:spPr/>
      <dgm:t>
        <a:bodyPr/>
        <a:lstStyle/>
        <a:p>
          <a:endParaRPr lang="en-US"/>
        </a:p>
      </dgm:t>
    </dgm:pt>
    <dgm:pt modelId="{963B6549-B67C-4BD4-9D52-8C05AED0DEF1}">
      <dgm:prSet custT="1"/>
      <dgm:spPr/>
      <dgm:t>
        <a:bodyPr/>
        <a:lstStyle/>
        <a:p>
          <a:r>
            <a:rPr lang="en-US" sz="1200">
              <a:latin typeface="Times New Roman" panose="02020603050405020304" pitchFamily="18" charset="0"/>
              <a:cs typeface="Times New Roman" panose="02020603050405020304" pitchFamily="18" charset="0"/>
            </a:rPr>
            <a:t>Creating frontend using React</a:t>
          </a:r>
        </a:p>
      </dgm:t>
    </dgm:pt>
    <dgm:pt modelId="{DDE529D2-69D4-402E-BF48-59DADCBCAB06}" cxnId="{EDF12BB8-DEEE-4B3F-A86A-1D5E12B57230}" type="parTrans">
      <dgm:prSet/>
      <dgm:spPr/>
      <dgm:t>
        <a:bodyPr/>
        <a:lstStyle/>
        <a:p>
          <a:endParaRPr lang="en-US"/>
        </a:p>
      </dgm:t>
    </dgm:pt>
    <dgm:pt modelId="{8A6DF34F-A232-42E1-B4D2-9FB3F8A85558}" cxnId="{EDF12BB8-DEEE-4B3F-A86A-1D5E12B57230}" type="sibTrans">
      <dgm:prSet/>
      <dgm:spPr/>
      <dgm:t>
        <a:bodyPr/>
        <a:lstStyle/>
        <a:p>
          <a:endParaRPr lang="en-US"/>
        </a:p>
      </dgm:t>
    </dgm:pt>
    <dgm:pt modelId="{49629957-38B9-4371-8A3D-E612A06D7B52}">
      <dgm:prSet custT="1"/>
      <dgm:spPr/>
      <dgm:t>
        <a:bodyPr/>
        <a:lstStyle/>
        <a:p>
          <a:r>
            <a:rPr lang="en-US" sz="1200">
              <a:latin typeface="Times New Roman" panose="02020603050405020304" pitchFamily="18" charset="0"/>
              <a:cs typeface="Times New Roman" panose="02020603050405020304" pitchFamily="18" charset="0"/>
            </a:rPr>
            <a:t>Dataset collection and face encoding</a:t>
          </a:r>
        </a:p>
      </dgm:t>
    </dgm:pt>
    <dgm:pt modelId="{EA6ACBE8-272E-4B18-B1AE-8AF8982792F3}" cxnId="{309D1549-D113-46A4-B8DD-6204555FEF1D}" type="parTrans">
      <dgm:prSet/>
      <dgm:spPr/>
      <dgm:t>
        <a:bodyPr/>
        <a:lstStyle/>
        <a:p>
          <a:endParaRPr lang="en-US"/>
        </a:p>
      </dgm:t>
    </dgm:pt>
    <dgm:pt modelId="{D82A7FB7-2BA6-4532-B250-D3CE9C5101B6}" cxnId="{309D1549-D113-46A4-B8DD-6204555FEF1D}" type="sibTrans">
      <dgm:prSet/>
      <dgm:spPr/>
      <dgm:t>
        <a:bodyPr/>
        <a:lstStyle/>
        <a:p>
          <a:endParaRPr lang="en-US"/>
        </a:p>
      </dgm:t>
    </dgm:pt>
    <dgm:pt modelId="{9FF2ACC7-D341-48A8-94E2-1A2EE6F8D521}">
      <dgm:prSet custT="1"/>
      <dgm:spPr/>
      <dgm:t>
        <a:bodyPr/>
        <a:lstStyle/>
        <a:p>
          <a:r>
            <a:rPr lang="en-US" sz="1200" dirty="0" err="1">
              <a:latin typeface="Times New Roman" panose="02020603050405020304" pitchFamily="18" charset="0"/>
              <a:cs typeface="Times New Roman" panose="02020603050405020304" pitchFamily="18" charset="0"/>
            </a:rPr>
            <a:t>GitHub</a:t>
          </a:r>
          <a:r>
            <a:rPr lang="en-US" sz="1200" dirty="0">
              <a:latin typeface="Times New Roman" panose="02020603050405020304" pitchFamily="18" charset="0"/>
              <a:cs typeface="Times New Roman" panose="02020603050405020304" pitchFamily="18" charset="0"/>
            </a:rPr>
            <a:t> repository setup</a:t>
          </a:r>
        </a:p>
      </dgm:t>
    </dgm:pt>
    <dgm:pt modelId="{BA48AB3B-C45C-406E-A281-D229F5D73B4B}" cxnId="{CA731F88-F711-4E54-A552-0765C5360F03}" type="parTrans">
      <dgm:prSet/>
      <dgm:spPr/>
      <dgm:t>
        <a:bodyPr/>
        <a:lstStyle/>
        <a:p>
          <a:endParaRPr lang="en-US"/>
        </a:p>
      </dgm:t>
    </dgm:pt>
    <dgm:pt modelId="{D2221936-7759-43AC-88ED-AFE5DDCCAB5A}" cxnId="{CA731F88-F711-4E54-A552-0765C5360F03}" type="sibTrans">
      <dgm:prSet/>
      <dgm:spPr/>
      <dgm:t>
        <a:bodyPr/>
        <a:lstStyle/>
        <a:p>
          <a:endParaRPr lang="en-US"/>
        </a:p>
      </dgm:t>
    </dgm:pt>
    <dgm:pt modelId="{9452D462-CE3D-4CFB-A610-BF40441D3A0B}">
      <dgm:prSet custT="1"/>
      <dgm:spPr/>
      <dgm:t>
        <a:bodyPr/>
        <a:lstStyle/>
        <a:p>
          <a:r>
            <a:rPr lang="en-US" sz="1200"/>
            <a:t>Integrating frontend with backend</a:t>
          </a:r>
        </a:p>
      </dgm:t>
    </dgm:pt>
    <dgm:pt modelId="{C05FA1F4-8745-4C39-A45E-ACB31392CEBA}" cxnId="{9E3CCE42-6EDE-4EB1-8F38-3B9E2F159A47}" type="parTrans">
      <dgm:prSet/>
      <dgm:spPr/>
      <dgm:t>
        <a:bodyPr/>
        <a:lstStyle/>
        <a:p>
          <a:endParaRPr lang="en-US"/>
        </a:p>
      </dgm:t>
    </dgm:pt>
    <dgm:pt modelId="{5451717D-E041-4DC7-8B49-D3C6DA017C7F}" cxnId="{9E3CCE42-6EDE-4EB1-8F38-3B9E2F159A47}" type="sibTrans">
      <dgm:prSet/>
      <dgm:spPr/>
      <dgm:t>
        <a:bodyPr/>
        <a:lstStyle/>
        <a:p>
          <a:endParaRPr lang="en-US"/>
        </a:p>
      </dgm:t>
    </dgm:pt>
    <dgm:pt modelId="{DC22AA24-293B-4B13-B029-F70DFECF9E77}">
      <dgm:prSet custT="1"/>
      <dgm:spPr/>
      <dgm:t>
        <a:bodyPr/>
        <a:lstStyle/>
        <a:p>
          <a:r>
            <a:rPr lang="en-US" sz="1200"/>
            <a:t>Implementing live camera recognition</a:t>
          </a:r>
        </a:p>
      </dgm:t>
    </dgm:pt>
    <dgm:pt modelId="{D3344CF7-DDAC-4172-B7F9-7BE0F22F7E70}" cxnId="{76BD990F-BED9-4680-9920-D800E96D0230}" type="parTrans">
      <dgm:prSet/>
      <dgm:spPr/>
      <dgm:t>
        <a:bodyPr/>
        <a:lstStyle/>
        <a:p>
          <a:endParaRPr lang="en-US"/>
        </a:p>
      </dgm:t>
    </dgm:pt>
    <dgm:pt modelId="{2774D892-AF6F-4499-B9F9-D5C140C56103}" cxnId="{76BD990F-BED9-4680-9920-D800E96D0230}" type="sibTrans">
      <dgm:prSet/>
      <dgm:spPr/>
      <dgm:t>
        <a:bodyPr/>
        <a:lstStyle/>
        <a:p>
          <a:endParaRPr lang="en-US"/>
        </a:p>
      </dgm:t>
    </dgm:pt>
    <dgm:pt modelId="{E6EA7D03-FCEC-4FA5-804B-189269262162}">
      <dgm:prSet custT="1"/>
      <dgm:spPr/>
      <dgm:t>
        <a:bodyPr/>
        <a:lstStyle/>
        <a:p>
          <a:r>
            <a:rPr lang="en-US" sz="1200" dirty="0"/>
            <a:t>Testing face detection and attendance marking</a:t>
          </a:r>
        </a:p>
      </dgm:t>
    </dgm:pt>
    <dgm:pt modelId="{6C86CA10-CA4C-4F0F-9FBB-624C4824E31D}" cxnId="{740A0673-5F8C-405C-8C3F-63471406FD8A}" type="parTrans">
      <dgm:prSet/>
      <dgm:spPr/>
      <dgm:t>
        <a:bodyPr/>
        <a:lstStyle/>
        <a:p>
          <a:endParaRPr lang="en-US"/>
        </a:p>
      </dgm:t>
    </dgm:pt>
    <dgm:pt modelId="{29577211-60C5-4F06-805A-EF2A4B651042}" cxnId="{740A0673-5F8C-405C-8C3F-63471406FD8A}" type="sibTrans">
      <dgm:prSet/>
      <dgm:spPr/>
      <dgm:t>
        <a:bodyPr/>
        <a:lstStyle/>
        <a:p>
          <a:endParaRPr lang="en-US"/>
        </a:p>
      </dgm:t>
    </dgm:pt>
    <dgm:pt modelId="{3D696DBD-FE88-4FA3-9546-FF021CEFED78}">
      <dgm:prSet custT="1"/>
      <dgm:spPr/>
      <dgm:t>
        <a:bodyPr/>
        <a:lstStyle/>
        <a:p>
          <a:r>
            <a:rPr lang="en-US" sz="1200" dirty="0"/>
            <a:t>Improving accuracy and performance</a:t>
          </a:r>
        </a:p>
      </dgm:t>
    </dgm:pt>
    <dgm:pt modelId="{81099F24-CD67-4C8B-B405-70D086E67DF9}" cxnId="{BB0F0018-D08B-4C23-9A2A-D38B0F6BE750}" type="parTrans">
      <dgm:prSet/>
      <dgm:spPr/>
      <dgm:t>
        <a:bodyPr/>
        <a:lstStyle/>
        <a:p>
          <a:endParaRPr lang="en-US"/>
        </a:p>
      </dgm:t>
    </dgm:pt>
    <dgm:pt modelId="{BCD91924-6A68-4BCD-A94B-83CECA026620}" cxnId="{BB0F0018-D08B-4C23-9A2A-D38B0F6BE750}" type="sibTrans">
      <dgm:prSet/>
      <dgm:spPr/>
      <dgm:t>
        <a:bodyPr/>
        <a:lstStyle/>
        <a:p>
          <a:endParaRPr lang="en-US"/>
        </a:p>
      </dgm:t>
    </dgm:pt>
    <dgm:pt modelId="{1314B379-1CB6-405D-AFE3-1734E7C93C13}">
      <dgm:prSet custT="1"/>
      <dgm:spPr/>
      <dgm:t>
        <a:bodyPr/>
        <a:lstStyle/>
        <a:p>
          <a:r>
            <a:rPr lang="en-US" sz="1200">
              <a:latin typeface="Times New Roman" panose="02020603050405020304" pitchFamily="18" charset="0"/>
              <a:cs typeface="Times New Roman" panose="02020603050405020304" pitchFamily="18" charset="0"/>
            </a:rPr>
            <a:t>Complete system deployment</a:t>
          </a:r>
        </a:p>
      </dgm:t>
    </dgm:pt>
    <dgm:pt modelId="{A89F53EB-DC52-44A1-8B6E-93025F5EB852}" cxnId="{20B6D472-2D80-4D59-937E-F1571E716EAE}" type="parTrans">
      <dgm:prSet/>
      <dgm:spPr/>
    </dgm:pt>
    <dgm:pt modelId="{429ECCB3-1519-4F89-9012-B7A71188FC0A}" cxnId="{20B6D472-2D80-4D59-937E-F1571E716EAE}" type="sibTrans">
      <dgm:prSet/>
      <dgm:spPr/>
    </dgm:pt>
    <dgm:pt modelId="{774E2FC8-AEA9-4C28-AD98-A7DD5A4CD959}">
      <dgm:prSet custT="1"/>
      <dgm:spPr/>
      <dgm:t>
        <a:bodyPr/>
        <a:lstStyle/>
        <a:p>
          <a:r>
            <a:rPr lang="en-US" sz="1200">
              <a:latin typeface="Times New Roman" panose="02020603050405020304" pitchFamily="18" charset="0"/>
              <a:cs typeface="Times New Roman" panose="02020603050405020304" pitchFamily="18" charset="0"/>
            </a:rPr>
            <a:t>Final testing and validation</a:t>
          </a:r>
        </a:p>
      </dgm:t>
    </dgm:pt>
    <dgm:pt modelId="{E2666B9D-8470-4236-97BA-531B154B4CD4}" cxnId="{C6D0E705-CE9F-4D36-AF44-B859619D0670}" type="parTrans">
      <dgm:prSet/>
      <dgm:spPr/>
      <dgm:t>
        <a:bodyPr/>
        <a:lstStyle/>
        <a:p>
          <a:endParaRPr lang="en-US"/>
        </a:p>
      </dgm:t>
    </dgm:pt>
    <dgm:pt modelId="{0A828B8C-0884-43F3-A4D6-9B8112B5689D}" cxnId="{C6D0E705-CE9F-4D36-AF44-B859619D0670}" type="sibTrans">
      <dgm:prSet/>
      <dgm:spPr/>
      <dgm:t>
        <a:bodyPr/>
        <a:lstStyle/>
        <a:p>
          <a:endParaRPr lang="en-US"/>
        </a:p>
      </dgm:t>
    </dgm:pt>
    <dgm:pt modelId="{B507E033-9FA1-497B-8A67-E11F10FD0808}">
      <dgm:prSet custT="1"/>
      <dgm:spPr/>
      <dgm:t>
        <a:bodyPr/>
        <a:lstStyle/>
        <a:p>
          <a:r>
            <a:rPr lang="en-US" sz="1200" dirty="0">
              <a:latin typeface="Times New Roman" panose="02020603050405020304" pitchFamily="18" charset="0"/>
              <a:cs typeface="Times New Roman" panose="02020603050405020304" pitchFamily="18" charset="0"/>
            </a:rPr>
            <a:t>Project demonstration</a:t>
          </a:r>
        </a:p>
      </dgm:t>
    </dgm:pt>
    <dgm:pt modelId="{9468D6E9-5D92-4C58-84B5-F45FB79E462A}" cxnId="{3CC57770-9024-4A11-B810-E8D9FA3085BD}" type="parTrans">
      <dgm:prSet/>
      <dgm:spPr/>
      <dgm:t>
        <a:bodyPr/>
        <a:lstStyle/>
        <a:p>
          <a:endParaRPr lang="en-US"/>
        </a:p>
      </dgm:t>
    </dgm:pt>
    <dgm:pt modelId="{EFC1BBF1-30C4-4C1B-A504-F2B511EACFB6}" cxnId="{3CC57770-9024-4A11-B810-E8D9FA3085BD}" type="sibTrans">
      <dgm:prSet/>
      <dgm:spPr/>
      <dgm:t>
        <a:bodyPr/>
        <a:lstStyle/>
        <a:p>
          <a:endParaRPr lang="en-US"/>
        </a:p>
      </dgm:t>
    </dgm:pt>
    <dgm:pt modelId="{DECFA18B-20F3-46AA-B4EC-98ED7999FC42}">
      <dgm:prSet custT="1"/>
      <dgm:spPr/>
      <dgm:t>
        <a:bodyPr/>
        <a:lstStyle/>
        <a:p>
          <a:r>
            <a:rPr lang="en-US" sz="1200">
              <a:latin typeface="Times New Roman" panose="02020603050405020304" pitchFamily="18" charset="0"/>
              <a:cs typeface="Times New Roman" panose="02020603050405020304" pitchFamily="18" charset="0"/>
            </a:rPr>
            <a:t>Final report submission</a:t>
          </a:r>
        </a:p>
      </dgm:t>
    </dgm:pt>
    <dgm:pt modelId="{40E85361-054A-4B11-977D-4C9014230539}" cxnId="{BF1E34FD-DC26-43D2-B0AD-2FE096478636}" type="parTrans">
      <dgm:prSet/>
      <dgm:spPr/>
      <dgm:t>
        <a:bodyPr/>
        <a:lstStyle/>
        <a:p>
          <a:endParaRPr lang="en-US"/>
        </a:p>
      </dgm:t>
    </dgm:pt>
    <dgm:pt modelId="{114F2902-9FB3-48C9-82AC-AD885D0D4B8A}" cxnId="{BF1E34FD-DC26-43D2-B0AD-2FE096478636}" type="sibTrans">
      <dgm:prSet/>
      <dgm:spPr/>
      <dgm:t>
        <a:bodyPr/>
        <a:lstStyle/>
        <a:p>
          <a:endParaRPr lang="en-US"/>
        </a:p>
      </dgm:t>
    </dgm:pt>
    <dgm:pt modelId="{E302371C-C53F-4690-962F-BE41A0C22DEB}">
      <dgm:prSet custT="1"/>
      <dgm:spPr/>
      <dgm:t>
        <a:bodyPr/>
        <a:lstStyle/>
        <a:p>
          <a:r>
            <a:rPr lang="en-US" sz="1200" dirty="0">
              <a:latin typeface="Times New Roman" panose="02020603050405020304" pitchFamily="18" charset="0"/>
              <a:cs typeface="Times New Roman" panose="02020603050405020304" pitchFamily="18" charset="0"/>
            </a:rPr>
            <a:t>Internship completion</a:t>
          </a:r>
        </a:p>
      </dgm:t>
    </dgm:pt>
    <dgm:pt modelId="{1EFFC238-FEB8-4112-9BE2-145E311FFD24}" cxnId="{7DFF042A-0723-4ADD-BCA6-39DDB7EDA7C3}" type="parTrans">
      <dgm:prSet/>
      <dgm:spPr/>
      <dgm:t>
        <a:bodyPr/>
        <a:lstStyle/>
        <a:p>
          <a:endParaRPr lang="en-US"/>
        </a:p>
      </dgm:t>
    </dgm:pt>
    <dgm:pt modelId="{C73C5342-4113-4143-9CF6-C1C29BC073FD}" cxnId="{7DFF042A-0723-4ADD-BCA6-39DDB7EDA7C3}" type="sibTrans">
      <dgm:prSet/>
      <dgm:spPr/>
      <dgm:t>
        <a:bodyPr/>
        <a:lstStyle/>
        <a:p>
          <a:endParaRPr lang="en-US"/>
        </a:p>
      </dgm:t>
    </dgm:pt>
    <dgm:pt modelId="{A6BCDA7B-D633-438F-B44D-CB4D60E5C492}" type="pres">
      <dgm:prSet presAssocID="{5751524B-FB67-4894-A0C5-35151E149D68}" presName="Name0" presStyleCnt="0">
        <dgm:presLayoutVars>
          <dgm:chMax val="7"/>
          <dgm:chPref val="5"/>
          <dgm:dir/>
          <dgm:animOne val="branch"/>
          <dgm:animLvl val="lvl"/>
        </dgm:presLayoutVars>
      </dgm:prSet>
      <dgm:spPr/>
    </dgm:pt>
    <dgm:pt modelId="{0EA92EC0-9C6F-4663-B822-B1E8E3DCB13B}" type="pres">
      <dgm:prSet presAssocID="{65C051F6-A849-4495-A964-CD4C650B9C06}" presName="ChildAccent5" presStyleCnt="0"/>
      <dgm:spPr/>
    </dgm:pt>
    <dgm:pt modelId="{8CAE5A4D-0C7B-48A6-917B-0B8433D0574B}" type="pres">
      <dgm:prSet presAssocID="{65C051F6-A849-4495-A964-CD4C650B9C06}" presName="ChildAccent" presStyleLbl="alignImgPlace1" presStyleIdx="0" presStyleCnt="5" custLinFactNeighborX="2890" custLinFactNeighborY="-852"/>
      <dgm:spPr/>
    </dgm:pt>
    <dgm:pt modelId="{928B615F-0F8D-4140-A638-0FBB8F5BF1E9}" type="pres">
      <dgm:prSet presAssocID="{65C051F6-A849-4495-A964-CD4C650B9C06}" presName="Child5" presStyleLbl="revTx" presStyleIdx="0" presStyleCnt="0">
        <dgm:presLayoutVars>
          <dgm:chMax val="0"/>
          <dgm:chPref val="0"/>
          <dgm:bulletEnabled val="1"/>
        </dgm:presLayoutVars>
      </dgm:prSet>
      <dgm:spPr/>
    </dgm:pt>
    <dgm:pt modelId="{C73DE52A-2F45-45E6-AD0E-D5BEAF609F8E}" type="pres">
      <dgm:prSet presAssocID="{65C051F6-A849-4495-A964-CD4C650B9C06}" presName="Parent5" presStyleLbl="node1" presStyleIdx="0" presStyleCnt="5">
        <dgm:presLayoutVars>
          <dgm:chMax val="2"/>
          <dgm:chPref val="1"/>
          <dgm:bulletEnabled val="1"/>
        </dgm:presLayoutVars>
      </dgm:prSet>
      <dgm:spPr/>
    </dgm:pt>
    <dgm:pt modelId="{EA3B7F60-AEEC-41A8-8A2C-D3679EFCD073}" type="pres">
      <dgm:prSet presAssocID="{5E92505A-51E0-4F78-B3C5-704ACF8710DE}" presName="ChildAccent4" presStyleCnt="0"/>
      <dgm:spPr/>
    </dgm:pt>
    <dgm:pt modelId="{FC0F1314-3294-4A8C-8DCE-EB53E236164C}" type="pres">
      <dgm:prSet presAssocID="{5E92505A-51E0-4F78-B3C5-704ACF8710DE}" presName="ChildAccent" presStyleLbl="alignImgPlace1" presStyleIdx="1" presStyleCnt="5"/>
      <dgm:spPr/>
    </dgm:pt>
    <dgm:pt modelId="{98225A61-A0EC-450A-BED8-EF2E47E8FD18}" type="pres">
      <dgm:prSet presAssocID="{5E92505A-51E0-4F78-B3C5-704ACF8710DE}" presName="Child4" presStyleLbl="revTx" presStyleIdx="0" presStyleCnt="0">
        <dgm:presLayoutVars>
          <dgm:chMax val="0"/>
          <dgm:chPref val="0"/>
          <dgm:bulletEnabled val="1"/>
        </dgm:presLayoutVars>
      </dgm:prSet>
      <dgm:spPr/>
    </dgm:pt>
    <dgm:pt modelId="{2AAD338D-3122-4454-9A67-16BE024D44E3}" type="pres">
      <dgm:prSet presAssocID="{5E92505A-51E0-4F78-B3C5-704ACF8710DE}" presName="Parent4" presStyleLbl="node1" presStyleIdx="1" presStyleCnt="5">
        <dgm:presLayoutVars>
          <dgm:chMax val="2"/>
          <dgm:chPref val="1"/>
          <dgm:bulletEnabled val="1"/>
        </dgm:presLayoutVars>
      </dgm:prSet>
      <dgm:spPr/>
    </dgm:pt>
    <dgm:pt modelId="{96AFCF47-32CA-4C44-9E3C-782007B7112E}" type="pres">
      <dgm:prSet presAssocID="{A59EC69B-8F3F-425B-819F-E8C557946AEE}" presName="ChildAccent3" presStyleCnt="0"/>
      <dgm:spPr/>
    </dgm:pt>
    <dgm:pt modelId="{2532504F-5FE1-4C97-B485-F05E8885EACC}" type="pres">
      <dgm:prSet presAssocID="{A59EC69B-8F3F-425B-819F-E8C557946AEE}" presName="ChildAccent" presStyleLbl="alignImgPlace1" presStyleIdx="2" presStyleCnt="5"/>
      <dgm:spPr/>
    </dgm:pt>
    <dgm:pt modelId="{0D08ED52-6744-4369-B780-916B09984775}" type="pres">
      <dgm:prSet presAssocID="{A59EC69B-8F3F-425B-819F-E8C557946AEE}" presName="Child3" presStyleLbl="revTx" presStyleIdx="0" presStyleCnt="0">
        <dgm:presLayoutVars>
          <dgm:chMax val="0"/>
          <dgm:chPref val="0"/>
          <dgm:bulletEnabled val="1"/>
        </dgm:presLayoutVars>
      </dgm:prSet>
      <dgm:spPr/>
    </dgm:pt>
    <dgm:pt modelId="{4C66D42D-7E6D-4563-AFDC-369C30B73F70}" type="pres">
      <dgm:prSet presAssocID="{A59EC69B-8F3F-425B-819F-E8C557946AEE}" presName="Parent3" presStyleLbl="node1" presStyleIdx="2" presStyleCnt="5">
        <dgm:presLayoutVars>
          <dgm:chMax val="2"/>
          <dgm:chPref val="1"/>
          <dgm:bulletEnabled val="1"/>
        </dgm:presLayoutVars>
      </dgm:prSet>
      <dgm:spPr/>
    </dgm:pt>
    <dgm:pt modelId="{C1269CE6-C767-48CC-AAFD-A238D1FFDABA}" type="pres">
      <dgm:prSet presAssocID="{7B3055AA-BF7C-46D0-9A9E-60087B9F57B4}" presName="ChildAccent2" presStyleCnt="0"/>
      <dgm:spPr/>
    </dgm:pt>
    <dgm:pt modelId="{06F8D57B-EDF4-4CF4-8700-DC2CA3E3028E}" type="pres">
      <dgm:prSet presAssocID="{7B3055AA-BF7C-46D0-9A9E-60087B9F57B4}" presName="ChildAccent" presStyleLbl="alignImgPlace1" presStyleIdx="3" presStyleCnt="5"/>
      <dgm:spPr/>
    </dgm:pt>
    <dgm:pt modelId="{6BCCFBA6-7A43-4631-AD7F-AFB10E1E6CD7}" type="pres">
      <dgm:prSet presAssocID="{7B3055AA-BF7C-46D0-9A9E-60087B9F57B4}" presName="Child2" presStyleLbl="revTx" presStyleIdx="0" presStyleCnt="0">
        <dgm:presLayoutVars>
          <dgm:chMax val="0"/>
          <dgm:chPref val="0"/>
          <dgm:bulletEnabled val="1"/>
        </dgm:presLayoutVars>
      </dgm:prSet>
      <dgm:spPr/>
    </dgm:pt>
    <dgm:pt modelId="{00BB3360-A9BB-4051-A4B1-1216F82F642C}" type="pres">
      <dgm:prSet presAssocID="{7B3055AA-BF7C-46D0-9A9E-60087B9F57B4}" presName="Parent2" presStyleLbl="node1" presStyleIdx="3" presStyleCnt="5">
        <dgm:presLayoutVars>
          <dgm:chMax val="2"/>
          <dgm:chPref val="1"/>
          <dgm:bulletEnabled val="1"/>
        </dgm:presLayoutVars>
      </dgm:prSet>
      <dgm:spPr/>
    </dgm:pt>
    <dgm:pt modelId="{7305DF14-0FF5-45E4-8B19-015814092DBD}" type="pres">
      <dgm:prSet presAssocID="{988D96B0-D16E-4763-B393-84178CF4FF50}" presName="ChildAccent1" presStyleCnt="0"/>
      <dgm:spPr/>
    </dgm:pt>
    <dgm:pt modelId="{A134CDD1-D85F-44EF-8BEE-9F99A855C1E6}" type="pres">
      <dgm:prSet presAssocID="{988D96B0-D16E-4763-B393-84178CF4FF50}" presName="ChildAccent" presStyleLbl="alignImgPlace1" presStyleIdx="4" presStyleCnt="5"/>
      <dgm:spPr/>
    </dgm:pt>
    <dgm:pt modelId="{1C91D7E3-8940-4A33-9182-677DD5415901}" type="pres">
      <dgm:prSet presAssocID="{988D96B0-D16E-4763-B393-84178CF4FF50}" presName="Child1" presStyleLbl="revTx" presStyleIdx="0" presStyleCnt="0">
        <dgm:presLayoutVars>
          <dgm:chMax val="0"/>
          <dgm:chPref val="0"/>
          <dgm:bulletEnabled val="1"/>
        </dgm:presLayoutVars>
      </dgm:prSet>
      <dgm:spPr/>
    </dgm:pt>
    <dgm:pt modelId="{65257024-FAC0-4522-B139-1CC85B547BE8}" type="pres">
      <dgm:prSet presAssocID="{988D96B0-D16E-4763-B393-84178CF4FF50}" presName="Parent1" presStyleLbl="node1" presStyleIdx="4" presStyleCnt="5">
        <dgm:presLayoutVars>
          <dgm:chMax val="2"/>
          <dgm:chPref val="1"/>
          <dgm:bulletEnabled val="1"/>
        </dgm:presLayoutVars>
      </dgm:prSet>
      <dgm:spPr/>
    </dgm:pt>
  </dgm:ptLst>
  <dgm:cxnLst>
    <dgm:cxn modelId="{E6B70501-CFCB-4D4A-94BE-F63036069196}" type="presOf" srcId="{5751524B-FB67-4894-A0C5-35151E149D68}" destId="{A6BCDA7B-D633-438F-B44D-CB4D60E5C492}" srcOrd="0" destOrd="0" presId="urn:microsoft.com/office/officeart/2011/layout/InterconnectedBlockProcess"/>
    <dgm:cxn modelId="{3A148602-FF29-4906-B326-00D763D49E3A}" type="presOf" srcId="{B507E033-9FA1-497B-8A67-E11F10FD0808}" destId="{928B615F-0F8D-4140-A638-0FBB8F5BF1E9}" srcOrd="1" destOrd="2" presId="urn:microsoft.com/office/officeart/2011/layout/InterconnectedBlockProcess"/>
    <dgm:cxn modelId="{C6D0E705-CE9F-4D36-AF44-B859619D0670}" srcId="{65C051F6-A849-4495-A964-CD4C650B9C06}" destId="{774E2FC8-AEA9-4C28-AD98-A7DD5A4CD959}" srcOrd="1" destOrd="0" parTransId="{E2666B9D-8470-4236-97BA-531B154B4CD4}" sibTransId="{0A828B8C-0884-43F3-A4D6-9B8112B5689D}"/>
    <dgm:cxn modelId="{521FD508-C5FD-4804-AFDC-D1FF9945B211}" srcId="{5751524B-FB67-4894-A0C5-35151E149D68}" destId="{65C051F6-A849-4495-A964-CD4C650B9C06}" srcOrd="4" destOrd="0" parTransId="{C24738E5-1547-4D8D-A2CE-64D703ECDF78}" sibTransId="{196A2EB9-DD96-4630-B699-7AF000340374}"/>
    <dgm:cxn modelId="{76BD990F-BED9-4680-9920-D800E96D0230}" srcId="{5E92505A-51E0-4F78-B3C5-704ACF8710DE}" destId="{DC22AA24-293B-4B13-B029-F70DFECF9E77}" srcOrd="1" destOrd="0" parTransId="{D3344CF7-DDAC-4172-B7F9-7BE0F22F7E70}" sibTransId="{2774D892-AF6F-4499-B9F9-D5C140C56103}"/>
    <dgm:cxn modelId="{8AABCC11-2644-48AC-ACB1-2415122EE987}" type="presOf" srcId="{23718078-18DD-401F-93F9-E070FBDFECE5}" destId="{06F8D57B-EDF4-4CF4-8700-DC2CA3E3028E}" srcOrd="0" destOrd="1" presId="urn:microsoft.com/office/officeart/2011/layout/InterconnectedBlockProcess"/>
    <dgm:cxn modelId="{A98B3B12-1906-4CFE-B5D2-44E28ED2FA90}" srcId="{7B3055AA-BF7C-46D0-9A9E-60087B9F57B4}" destId="{592E4B39-DAE8-42EB-AB60-4DD1F55AE6B2}" srcOrd="2" destOrd="0" parTransId="{7DBBD6F7-3CAA-47C3-A642-C18CC1810868}" sibTransId="{9C869E73-F4A9-4758-8A89-130295D871BE}"/>
    <dgm:cxn modelId="{E54C6512-8903-45BA-B421-B59572DAC486}" type="presOf" srcId="{E6EA7D03-FCEC-4FA5-804B-189269262162}" destId="{FC0F1314-3294-4A8C-8DCE-EB53E236164C}" srcOrd="0" destOrd="2" presId="urn:microsoft.com/office/officeart/2011/layout/InterconnectedBlockProcess"/>
    <dgm:cxn modelId="{E94CD512-E47E-4B2A-8B42-1BBD0CE921B4}" type="presOf" srcId="{D471E45F-B026-44AA-9616-57E786AE80AF}" destId="{A134CDD1-D85F-44EF-8BEE-9F99A855C1E6}" srcOrd="0" destOrd="0" presId="urn:microsoft.com/office/officeart/2011/layout/InterconnectedBlockProcess"/>
    <dgm:cxn modelId="{DCBBD912-689F-4398-945B-50D7C906D480}" type="presOf" srcId="{65C051F6-A849-4495-A964-CD4C650B9C06}" destId="{C73DE52A-2F45-45E6-AD0E-D5BEAF609F8E}" srcOrd="0" destOrd="0" presId="urn:microsoft.com/office/officeart/2011/layout/InterconnectedBlockProcess"/>
    <dgm:cxn modelId="{A6532C16-AFEE-4EEA-891E-F5DAB7412E13}" type="presOf" srcId="{73DB572E-062D-41AD-8033-D361B8E583DB}" destId="{2532504F-5FE1-4C97-B485-F05E8885EACC}" srcOrd="0" destOrd="0" presId="urn:microsoft.com/office/officeart/2011/layout/InterconnectedBlockProcess"/>
    <dgm:cxn modelId="{BB0F0018-D08B-4C23-9A2A-D38B0F6BE750}" srcId="{5E92505A-51E0-4F78-B3C5-704ACF8710DE}" destId="{3D696DBD-FE88-4FA3-9546-FF021CEFED78}" srcOrd="3" destOrd="0" parTransId="{81099F24-CD67-4C8B-B405-70D086E67DF9}" sibTransId="{BCD91924-6A68-4BCD-A94B-83CECA026620}"/>
    <dgm:cxn modelId="{72748518-6F8B-4EF7-8E9F-070CB2B16F40}" type="presOf" srcId="{A3F571C9-2B59-4F29-A991-492F4209BA16}" destId="{1C91D7E3-8940-4A33-9182-677DD5415901}" srcOrd="1" destOrd="3" presId="urn:microsoft.com/office/officeart/2011/layout/InterconnectedBlockProcess"/>
    <dgm:cxn modelId="{0BB8991B-B9E3-44B5-A5B1-B4ED67AF46D8}" type="presOf" srcId="{DECFA18B-20F3-46AA-B4EC-98ED7999FC42}" destId="{8CAE5A4D-0C7B-48A6-917B-0B8433D0574B}" srcOrd="0" destOrd="3" presId="urn:microsoft.com/office/officeart/2011/layout/InterconnectedBlockProcess"/>
    <dgm:cxn modelId="{9F7F851E-9CB8-44E1-B232-C7321ECB12B3}" srcId="{988D96B0-D16E-4763-B393-84178CF4FF50}" destId="{A3F571C9-2B59-4F29-A991-492F4209BA16}" srcOrd="3" destOrd="0" parTransId="{C3342AFB-92A2-42F5-BE5A-F6CB2D8D8379}" sibTransId="{22DD5DBB-D3FB-4000-A5F8-BE98749D4C8A}"/>
    <dgm:cxn modelId="{A2B38520-74C0-46E3-A96F-7A185F808E7F}" srcId="{7B3055AA-BF7C-46D0-9A9E-60087B9F57B4}" destId="{BFE4EE50-BF59-4F15-A8B6-0EFAB25B4F74}" srcOrd="3" destOrd="0" parTransId="{FDCE6FF8-2A3E-4316-ABBB-97B0C96B804A}" sibTransId="{A10E829F-2EDD-4A7F-A2A1-03BD89E9B5F0}"/>
    <dgm:cxn modelId="{14271021-8784-4688-96FE-21B4F9A3C855}" type="presOf" srcId="{A59EC69B-8F3F-425B-819F-E8C557946AEE}" destId="{4C66D42D-7E6D-4563-AFDC-369C30B73F70}" srcOrd="0" destOrd="0" presId="urn:microsoft.com/office/officeart/2011/layout/InterconnectedBlockProcess"/>
    <dgm:cxn modelId="{F92FB323-A03E-4B91-8D97-867428D973F7}" type="presOf" srcId="{9FF2ACC7-D341-48A8-94E2-1A2EE6F8D521}" destId="{2532504F-5FE1-4C97-B485-F05E8885EACC}" srcOrd="0" destOrd="4" presId="urn:microsoft.com/office/officeart/2011/layout/InterconnectedBlockProcess"/>
    <dgm:cxn modelId="{64F64326-3B99-48E5-A253-9DB83AB287E4}" type="presOf" srcId="{A3F571C9-2B59-4F29-A991-492F4209BA16}" destId="{A134CDD1-D85F-44EF-8BEE-9F99A855C1E6}" srcOrd="0" destOrd="3" presId="urn:microsoft.com/office/officeart/2011/layout/InterconnectedBlockProcess"/>
    <dgm:cxn modelId="{FC846A27-4C03-45D5-82D9-E781B89B7858}" type="presOf" srcId="{BFE4EE50-BF59-4F15-A8B6-0EFAB25B4F74}" destId="{06F8D57B-EDF4-4CF4-8700-DC2CA3E3028E}" srcOrd="0" destOrd="3" presId="urn:microsoft.com/office/officeart/2011/layout/InterconnectedBlockProcess"/>
    <dgm:cxn modelId="{36FD4628-8A05-4ED0-903A-D2437BBF6545}" type="presOf" srcId="{E302371C-C53F-4690-962F-BE41A0C22DEB}" destId="{928B615F-0F8D-4140-A638-0FBB8F5BF1E9}" srcOrd="1" destOrd="4" presId="urn:microsoft.com/office/officeart/2011/layout/InterconnectedBlockProcess"/>
    <dgm:cxn modelId="{7DFF042A-0723-4ADD-BCA6-39DDB7EDA7C3}" srcId="{65C051F6-A849-4495-A964-CD4C650B9C06}" destId="{E302371C-C53F-4690-962F-BE41A0C22DEB}" srcOrd="4" destOrd="0" parTransId="{1EFFC238-FEB8-4112-9BE2-145E311FFD24}" sibTransId="{C73C5342-4113-4143-9CF6-C1C29BC073FD}"/>
    <dgm:cxn modelId="{69E07E36-DC4B-46FF-A673-903E98FAC2BA}" type="presOf" srcId="{6925D430-A01D-415B-9BF8-992C29CCF13E}" destId="{A134CDD1-D85F-44EF-8BEE-9F99A855C1E6}" srcOrd="0" destOrd="2" presId="urn:microsoft.com/office/officeart/2011/layout/InterconnectedBlockProcess"/>
    <dgm:cxn modelId="{BD4D063F-4481-4272-86B1-D2EA110CC162}" type="presOf" srcId="{73DB572E-062D-41AD-8033-D361B8E583DB}" destId="{0D08ED52-6744-4369-B780-916B09984775}" srcOrd="1" destOrd="0" presId="urn:microsoft.com/office/officeart/2011/layout/InterconnectedBlockProcess"/>
    <dgm:cxn modelId="{9E3CCE42-6EDE-4EB1-8F38-3B9E2F159A47}" srcId="{5E92505A-51E0-4F78-B3C5-704ACF8710DE}" destId="{9452D462-CE3D-4CFB-A610-BF40441D3A0B}" srcOrd="0" destOrd="0" parTransId="{C05FA1F4-8745-4C39-A45E-ACB31392CEBA}" sibTransId="{5451717D-E041-4DC7-8B49-D3C6DA017C7F}"/>
    <dgm:cxn modelId="{130E4F43-E9D2-4694-8F03-143DB0209A65}" type="presOf" srcId="{BB69796B-3B64-454F-9D2B-E22B06CBCE9B}" destId="{2532504F-5FE1-4C97-B485-F05E8885EACC}" srcOrd="0" destOrd="1" presId="urn:microsoft.com/office/officeart/2011/layout/InterconnectedBlockProcess"/>
    <dgm:cxn modelId="{309D1549-D113-46A4-B8DD-6204555FEF1D}" srcId="{A59EC69B-8F3F-425B-819F-E8C557946AEE}" destId="{49629957-38B9-4371-8A3D-E612A06D7B52}" srcOrd="3" destOrd="0" parTransId="{EA6ACBE8-272E-4B18-B1AE-8AF8982792F3}" sibTransId="{D82A7FB7-2BA6-4532-B250-D3CE9C5101B6}"/>
    <dgm:cxn modelId="{5E97354A-8F18-4D67-B1F9-E588304835DC}" type="presOf" srcId="{B507E033-9FA1-497B-8A67-E11F10FD0808}" destId="{8CAE5A4D-0C7B-48A6-917B-0B8433D0574B}" srcOrd="0" destOrd="2" presId="urn:microsoft.com/office/officeart/2011/layout/InterconnectedBlockProcess"/>
    <dgm:cxn modelId="{4E10374B-AD4B-48FD-8226-6E9EAC568AF1}" type="presOf" srcId="{963B6549-B67C-4BD4-9D52-8C05AED0DEF1}" destId="{2532504F-5FE1-4C97-B485-F05E8885EACC}" srcOrd="0" destOrd="2" presId="urn:microsoft.com/office/officeart/2011/layout/InterconnectedBlockProcess"/>
    <dgm:cxn modelId="{A9F1BF4B-0DE8-428A-BD13-7F3F36FC04F9}" type="presOf" srcId="{49629957-38B9-4371-8A3D-E612A06D7B52}" destId="{2532504F-5FE1-4C97-B485-F05E8885EACC}" srcOrd="0" destOrd="3" presId="urn:microsoft.com/office/officeart/2011/layout/InterconnectedBlockProcess"/>
    <dgm:cxn modelId="{CC05CF4E-11F8-4E91-9CBF-79C592165A5C}" type="presOf" srcId="{DECFA18B-20F3-46AA-B4EC-98ED7999FC42}" destId="{928B615F-0F8D-4140-A638-0FBB8F5BF1E9}" srcOrd="1" destOrd="3" presId="urn:microsoft.com/office/officeart/2011/layout/InterconnectedBlockProcess"/>
    <dgm:cxn modelId="{B8CC414F-763E-495B-8055-9A8A58EBC2F7}" type="presOf" srcId="{9FF2ACC7-D341-48A8-94E2-1A2EE6F8D521}" destId="{0D08ED52-6744-4369-B780-916B09984775}" srcOrd="1" destOrd="4" presId="urn:microsoft.com/office/officeart/2011/layout/InterconnectedBlockProcess"/>
    <dgm:cxn modelId="{58E76652-C24F-44B0-96A9-DDF4DA4C870A}" type="presOf" srcId="{7B3055AA-BF7C-46D0-9A9E-60087B9F57B4}" destId="{00BB3360-A9BB-4051-A4B1-1216F82F642C}" srcOrd="0" destOrd="0" presId="urn:microsoft.com/office/officeart/2011/layout/InterconnectedBlockProcess"/>
    <dgm:cxn modelId="{0212AC5B-D3BA-45C7-88A3-ABDB1879FFD2}" type="presOf" srcId="{6925D430-A01D-415B-9BF8-992C29CCF13E}" destId="{1C91D7E3-8940-4A33-9182-677DD5415901}" srcOrd="1" destOrd="2" presId="urn:microsoft.com/office/officeart/2011/layout/InterconnectedBlockProcess"/>
    <dgm:cxn modelId="{3CC57770-9024-4A11-B810-E8D9FA3085BD}" srcId="{65C051F6-A849-4495-A964-CD4C650B9C06}" destId="{B507E033-9FA1-497B-8A67-E11F10FD0808}" srcOrd="2" destOrd="0" parTransId="{9468D6E9-5D92-4C58-84B5-F45FB79E462A}" sibTransId="{EFC1BBF1-30C4-4C1B-A504-F2B511EACFB6}"/>
    <dgm:cxn modelId="{20B6D472-2D80-4D59-937E-F1571E716EAE}" srcId="{65C051F6-A849-4495-A964-CD4C650B9C06}" destId="{1314B379-1CB6-405D-AFE3-1734E7C93C13}" srcOrd="0" destOrd="0" parTransId="{A89F53EB-DC52-44A1-8B6E-93025F5EB852}" sibTransId="{429ECCB3-1519-4F89-9012-B7A71188FC0A}"/>
    <dgm:cxn modelId="{740A0673-5F8C-405C-8C3F-63471406FD8A}" srcId="{5E92505A-51E0-4F78-B3C5-704ACF8710DE}" destId="{E6EA7D03-FCEC-4FA5-804B-189269262162}" srcOrd="2" destOrd="0" parTransId="{6C86CA10-CA4C-4F0F-9FBB-624C4824E31D}" sibTransId="{29577211-60C5-4F06-805A-EF2A4B651042}"/>
    <dgm:cxn modelId="{39140E73-2861-49BA-903A-72F4A6E9E841}" type="presOf" srcId="{E6EA7D03-FCEC-4FA5-804B-189269262162}" destId="{98225A61-A0EC-450A-BED8-EF2E47E8FD18}" srcOrd="1" destOrd="2" presId="urn:microsoft.com/office/officeart/2011/layout/InterconnectedBlockProcess"/>
    <dgm:cxn modelId="{FE526E78-D3AC-4D90-B3D1-C1812C43ECC2}" srcId="{988D96B0-D16E-4763-B393-84178CF4FF50}" destId="{DDFEE529-7D30-4B1B-A9A9-188E61905EBD}" srcOrd="1" destOrd="0" parTransId="{8CEBB46B-D25D-490F-B77B-9DA0476AE203}" sibTransId="{D6EB8FF9-4338-4C55-A703-F4C49EDC88B8}"/>
    <dgm:cxn modelId="{AA17007A-110D-43AE-B6F2-DF2DF885F2E2}" srcId="{A59EC69B-8F3F-425B-819F-E8C557946AEE}" destId="{73DB572E-062D-41AD-8033-D361B8E583DB}" srcOrd="0" destOrd="0" parTransId="{75D01B62-D132-48B8-9D06-D0A551A21107}" sibTransId="{98BDB650-3386-4D3D-8E80-609010499291}"/>
    <dgm:cxn modelId="{62C1B27B-0CCE-4FF0-9CE4-FEDCA8E130A9}" type="presOf" srcId="{DC22AA24-293B-4B13-B029-F70DFECF9E77}" destId="{FC0F1314-3294-4A8C-8DCE-EB53E236164C}" srcOrd="0" destOrd="1" presId="urn:microsoft.com/office/officeart/2011/layout/InterconnectedBlockProcess"/>
    <dgm:cxn modelId="{6D392581-F507-4C32-9AE6-B5107A5711B2}" type="presOf" srcId="{BFE4EE50-BF59-4F15-A8B6-0EFAB25B4F74}" destId="{6BCCFBA6-7A43-4631-AD7F-AFB10E1E6CD7}" srcOrd="1" destOrd="3" presId="urn:microsoft.com/office/officeart/2011/layout/InterconnectedBlockProcess"/>
    <dgm:cxn modelId="{E8906B82-0830-4F19-BC61-DFC2EC179725}" type="presOf" srcId="{592E4B39-DAE8-42EB-AB60-4DD1F55AE6B2}" destId="{6BCCFBA6-7A43-4631-AD7F-AFB10E1E6CD7}" srcOrd="1" destOrd="2" presId="urn:microsoft.com/office/officeart/2011/layout/InterconnectedBlockProcess"/>
    <dgm:cxn modelId="{CA731F88-F711-4E54-A552-0765C5360F03}" srcId="{A59EC69B-8F3F-425B-819F-E8C557946AEE}" destId="{9FF2ACC7-D341-48A8-94E2-1A2EE6F8D521}" srcOrd="4" destOrd="0" parTransId="{BA48AB3B-C45C-406E-A281-D229F5D73B4B}" sibTransId="{D2221936-7759-43AC-88ED-AFE5DDCCAB5A}"/>
    <dgm:cxn modelId="{5C3C918A-4C4A-4DEB-924A-CC330C09FB27}" type="presOf" srcId="{5E92505A-51E0-4F78-B3C5-704ACF8710DE}" destId="{2AAD338D-3122-4454-9A67-16BE024D44E3}" srcOrd="0" destOrd="0" presId="urn:microsoft.com/office/officeart/2011/layout/InterconnectedBlockProcess"/>
    <dgm:cxn modelId="{03FAED8A-94CC-4CA9-A2C7-B9033826182B}" type="presOf" srcId="{DDFEE529-7D30-4B1B-A9A9-188E61905EBD}" destId="{A134CDD1-D85F-44EF-8BEE-9F99A855C1E6}" srcOrd="0" destOrd="1" presId="urn:microsoft.com/office/officeart/2011/layout/InterconnectedBlockProcess"/>
    <dgm:cxn modelId="{CA4CAF8E-1762-4043-840B-2A3B064EB16F}" type="presOf" srcId="{592E4B39-DAE8-42EB-AB60-4DD1F55AE6B2}" destId="{06F8D57B-EDF4-4CF4-8700-DC2CA3E3028E}" srcOrd="0" destOrd="2" presId="urn:microsoft.com/office/officeart/2011/layout/InterconnectedBlockProcess"/>
    <dgm:cxn modelId="{27611794-B6EF-4593-A560-02BF7692DC5A}" srcId="{7B3055AA-BF7C-46D0-9A9E-60087B9F57B4}" destId="{9FED87C4-3F3B-4A18-9185-9F80CFEDEA2E}" srcOrd="0" destOrd="0" parTransId="{669F5586-1E47-4A85-AA72-0E435BABD665}" sibTransId="{AD0D1882-5210-4A49-9875-4AAC43595580}"/>
    <dgm:cxn modelId="{940B4C9B-D5E4-4E48-A872-B455F86EA2F7}" type="presOf" srcId="{D471E45F-B026-44AA-9616-57E786AE80AF}" destId="{1C91D7E3-8940-4A33-9182-677DD5415901}" srcOrd="1" destOrd="0" presId="urn:microsoft.com/office/officeart/2011/layout/InterconnectedBlockProcess"/>
    <dgm:cxn modelId="{25C83D9F-B12A-43EF-8599-6589093E1A69}" type="presOf" srcId="{9FED87C4-3F3B-4A18-9185-9F80CFEDEA2E}" destId="{06F8D57B-EDF4-4CF4-8700-DC2CA3E3028E}" srcOrd="0" destOrd="0" presId="urn:microsoft.com/office/officeart/2011/layout/InterconnectedBlockProcess"/>
    <dgm:cxn modelId="{CAE77AAA-85C9-481C-A628-F130D6D2D057}" srcId="{A59EC69B-8F3F-425B-819F-E8C557946AEE}" destId="{BB69796B-3B64-454F-9D2B-E22B06CBCE9B}" srcOrd="1" destOrd="0" parTransId="{B88F5A73-9933-4E2E-9FC1-E937F127E0F6}" sibTransId="{D156835E-DAF4-4258-BAD7-DFE451D2E1B4}"/>
    <dgm:cxn modelId="{60CB6BAC-1FFE-48E0-A208-5D330BB3D6A5}" type="presOf" srcId="{DDFEE529-7D30-4B1B-A9A9-188E61905EBD}" destId="{1C91D7E3-8940-4A33-9182-677DD5415901}" srcOrd="1" destOrd="1" presId="urn:microsoft.com/office/officeart/2011/layout/InterconnectedBlockProcess"/>
    <dgm:cxn modelId="{3A3869AE-259A-4A92-A8DB-41A7DFCB545F}" type="presOf" srcId="{774E2FC8-AEA9-4C28-AD98-A7DD5A4CD959}" destId="{928B615F-0F8D-4140-A638-0FBB8F5BF1E9}" srcOrd="1" destOrd="1" presId="urn:microsoft.com/office/officeart/2011/layout/InterconnectedBlockProcess"/>
    <dgm:cxn modelId="{2C7DCDAE-B8E3-4C8B-AB57-C306C7BE6F42}" type="presOf" srcId="{BB69796B-3B64-454F-9D2B-E22B06CBCE9B}" destId="{0D08ED52-6744-4369-B780-916B09984775}" srcOrd="1" destOrd="1" presId="urn:microsoft.com/office/officeart/2011/layout/InterconnectedBlockProcess"/>
    <dgm:cxn modelId="{1D660CAF-B8F4-4AAF-98A4-7AACF7CFE013}" type="presOf" srcId="{E302371C-C53F-4690-962F-BE41A0C22DEB}" destId="{8CAE5A4D-0C7B-48A6-917B-0B8433D0574B}" srcOrd="0" destOrd="4" presId="urn:microsoft.com/office/officeart/2011/layout/InterconnectedBlockProcess"/>
    <dgm:cxn modelId="{5760E4B3-8B44-4879-86E1-0EF8268ABA9F}" type="presOf" srcId="{1314B379-1CB6-405D-AFE3-1734E7C93C13}" destId="{928B615F-0F8D-4140-A638-0FBB8F5BF1E9}" srcOrd="1" destOrd="0" presId="urn:microsoft.com/office/officeart/2011/layout/InterconnectedBlockProcess"/>
    <dgm:cxn modelId="{DB3F09B8-F4B7-44FF-8800-7A3DECC4A5FF}" type="presOf" srcId="{9452D462-CE3D-4CFB-A610-BF40441D3A0B}" destId="{98225A61-A0EC-450A-BED8-EF2E47E8FD18}" srcOrd="1" destOrd="0" presId="urn:microsoft.com/office/officeart/2011/layout/InterconnectedBlockProcess"/>
    <dgm:cxn modelId="{EDF12BB8-DEEE-4B3F-A86A-1D5E12B57230}" srcId="{A59EC69B-8F3F-425B-819F-E8C557946AEE}" destId="{963B6549-B67C-4BD4-9D52-8C05AED0DEF1}" srcOrd="2" destOrd="0" parTransId="{DDE529D2-69D4-402E-BF48-59DADCBCAB06}" sibTransId="{8A6DF34F-A232-42E1-B4D2-9FB3F8A85558}"/>
    <dgm:cxn modelId="{AD0A74B8-550A-4F0D-9A26-ADB7CD7A34B7}" type="presOf" srcId="{988D96B0-D16E-4763-B393-84178CF4FF50}" destId="{65257024-FAC0-4522-B139-1CC85B547BE8}" srcOrd="0" destOrd="0" presId="urn:microsoft.com/office/officeart/2011/layout/InterconnectedBlockProcess"/>
    <dgm:cxn modelId="{6C7D4BBB-EED6-4011-9FBC-87F683D5B245}" srcId="{5751524B-FB67-4894-A0C5-35151E149D68}" destId="{7B3055AA-BF7C-46D0-9A9E-60087B9F57B4}" srcOrd="1" destOrd="0" parTransId="{F772EF41-D2BB-4368-8327-B4E332165F48}" sibTransId="{B81593E2-4CAC-4783-8D2D-E9DDD236A942}"/>
    <dgm:cxn modelId="{5C7321BC-C30C-4F0D-ABD1-6D0BDEBEC8C0}" type="presOf" srcId="{9452D462-CE3D-4CFB-A610-BF40441D3A0B}" destId="{FC0F1314-3294-4A8C-8DCE-EB53E236164C}" srcOrd="0" destOrd="0" presId="urn:microsoft.com/office/officeart/2011/layout/InterconnectedBlockProcess"/>
    <dgm:cxn modelId="{516B36C1-01C0-41C9-9305-51FC79AC4347}" type="presOf" srcId="{963B6549-B67C-4BD4-9D52-8C05AED0DEF1}" destId="{0D08ED52-6744-4369-B780-916B09984775}" srcOrd="1" destOrd="2" presId="urn:microsoft.com/office/officeart/2011/layout/InterconnectedBlockProcess"/>
    <dgm:cxn modelId="{827D35C4-5287-46DD-A763-4BF44580FEC6}" type="presOf" srcId="{3D696DBD-FE88-4FA3-9546-FF021CEFED78}" destId="{FC0F1314-3294-4A8C-8DCE-EB53E236164C}" srcOrd="0" destOrd="3" presId="urn:microsoft.com/office/officeart/2011/layout/InterconnectedBlockProcess"/>
    <dgm:cxn modelId="{8A5B57C6-4217-47A0-BC51-0A044EF15AE7}" type="presOf" srcId="{49629957-38B9-4371-8A3D-E612A06D7B52}" destId="{0D08ED52-6744-4369-B780-916B09984775}" srcOrd="1" destOrd="3" presId="urn:microsoft.com/office/officeart/2011/layout/InterconnectedBlockProcess"/>
    <dgm:cxn modelId="{060828C8-40AB-4D69-A660-C0A084980279}" srcId="{988D96B0-D16E-4763-B393-84178CF4FF50}" destId="{6925D430-A01D-415B-9BF8-992C29CCF13E}" srcOrd="2" destOrd="0" parTransId="{A95EE22F-8808-41B2-A61F-1E0DD2BB8B05}" sibTransId="{DD6C07FC-3E74-44F0-BB93-A35D3C8AEAFB}"/>
    <dgm:cxn modelId="{D69DFCCB-3D97-40E5-90C2-70B2214A1EA9}" type="presOf" srcId="{DC22AA24-293B-4B13-B029-F70DFECF9E77}" destId="{98225A61-A0EC-450A-BED8-EF2E47E8FD18}" srcOrd="1" destOrd="1" presId="urn:microsoft.com/office/officeart/2011/layout/InterconnectedBlockProcess"/>
    <dgm:cxn modelId="{D1BA1DD0-A52A-47BF-962D-9810C87E1576}" srcId="{5751524B-FB67-4894-A0C5-35151E149D68}" destId="{A59EC69B-8F3F-425B-819F-E8C557946AEE}" srcOrd="2" destOrd="0" parTransId="{0095C3CB-916F-4060-A8DA-DD282FB51587}" sibTransId="{2868AD8D-4E38-46CE-A972-709857BF40AC}"/>
    <dgm:cxn modelId="{59AA7CE0-8ED8-420C-A351-2429E805B60C}" type="presOf" srcId="{23718078-18DD-401F-93F9-E070FBDFECE5}" destId="{6BCCFBA6-7A43-4631-AD7F-AFB10E1E6CD7}" srcOrd="1" destOrd="1" presId="urn:microsoft.com/office/officeart/2011/layout/InterconnectedBlockProcess"/>
    <dgm:cxn modelId="{D95A05E5-1205-4AD1-9AA3-74CA7A4B9EF2}" type="presOf" srcId="{9FED87C4-3F3B-4A18-9185-9F80CFEDEA2E}" destId="{6BCCFBA6-7A43-4631-AD7F-AFB10E1E6CD7}" srcOrd="1" destOrd="0" presId="urn:microsoft.com/office/officeart/2011/layout/InterconnectedBlockProcess"/>
    <dgm:cxn modelId="{DA8CD5E8-B2EE-41E4-8EC6-CFB41D688F68}" srcId="{5751524B-FB67-4894-A0C5-35151E149D68}" destId="{5E92505A-51E0-4F78-B3C5-704ACF8710DE}" srcOrd="3" destOrd="0" parTransId="{765B1266-7CE2-4F9C-AE38-D97DFBC1B151}" sibTransId="{5E9E6A6F-635A-4791-A107-01E95B62EA08}"/>
    <dgm:cxn modelId="{4354D4EB-E6EF-4567-8E4C-AEA702AFCD33}" type="presOf" srcId="{774E2FC8-AEA9-4C28-AD98-A7DD5A4CD959}" destId="{8CAE5A4D-0C7B-48A6-917B-0B8433D0574B}" srcOrd="0" destOrd="1" presId="urn:microsoft.com/office/officeart/2011/layout/InterconnectedBlockProcess"/>
    <dgm:cxn modelId="{15A90DED-FF92-418C-8355-DC2B112811E7}" type="presOf" srcId="{1314B379-1CB6-405D-AFE3-1734E7C93C13}" destId="{8CAE5A4D-0C7B-48A6-917B-0B8433D0574B}" srcOrd="0" destOrd="0" presId="urn:microsoft.com/office/officeart/2011/layout/InterconnectedBlockProcess"/>
    <dgm:cxn modelId="{AEE28BEF-3F73-41A5-9307-D42A450FCA17}" srcId="{988D96B0-D16E-4763-B393-84178CF4FF50}" destId="{D471E45F-B026-44AA-9616-57E786AE80AF}" srcOrd="0" destOrd="0" parTransId="{326A986D-69A4-4AC0-AD9B-462FFC9C3F18}" sibTransId="{304E70AD-39C7-4C28-BF7B-6EE91BAE97B7}"/>
    <dgm:cxn modelId="{E52D73F3-BCE9-4E62-919E-488EC1E7472E}" srcId="{7B3055AA-BF7C-46D0-9A9E-60087B9F57B4}" destId="{23718078-18DD-401F-93F9-E070FBDFECE5}" srcOrd="1" destOrd="0" parTransId="{2D41D316-1674-4861-B962-47052500207B}" sibTransId="{72551748-8860-4B05-9C5B-3A7D1D603ABA}"/>
    <dgm:cxn modelId="{8CB593F6-6C5D-4606-B959-3E27F9872EC1}" srcId="{5751524B-FB67-4894-A0C5-35151E149D68}" destId="{988D96B0-D16E-4763-B393-84178CF4FF50}" srcOrd="0" destOrd="0" parTransId="{080A6B9D-C27D-4227-AC65-3C97878D78C4}" sibTransId="{19B27CEC-4BAD-44A7-A9A7-B7A8B23ADCFD}"/>
    <dgm:cxn modelId="{BD485CF7-8BAF-4375-8D28-9F130BCF3F1D}" type="presOf" srcId="{3D696DBD-FE88-4FA3-9546-FF021CEFED78}" destId="{98225A61-A0EC-450A-BED8-EF2E47E8FD18}" srcOrd="1" destOrd="3" presId="urn:microsoft.com/office/officeart/2011/layout/InterconnectedBlockProcess"/>
    <dgm:cxn modelId="{BF1E34FD-DC26-43D2-B0AD-2FE096478636}" srcId="{65C051F6-A849-4495-A964-CD4C650B9C06}" destId="{DECFA18B-20F3-46AA-B4EC-98ED7999FC42}" srcOrd="3" destOrd="0" parTransId="{40E85361-054A-4B11-977D-4C9014230539}" sibTransId="{114F2902-9FB3-48C9-82AC-AD885D0D4B8A}"/>
    <dgm:cxn modelId="{BA3911EC-283D-4FE0-BD2A-4C3459371EE9}" type="presParOf" srcId="{A6BCDA7B-D633-438F-B44D-CB4D60E5C492}" destId="{0EA92EC0-9C6F-4663-B822-B1E8E3DCB13B}" srcOrd="0" destOrd="0" presId="urn:microsoft.com/office/officeart/2011/layout/InterconnectedBlockProcess"/>
    <dgm:cxn modelId="{1EDBEF38-7069-4A80-88A4-D49C02CAA5E4}" type="presParOf" srcId="{0EA92EC0-9C6F-4663-B822-B1E8E3DCB13B}" destId="{8CAE5A4D-0C7B-48A6-917B-0B8433D0574B}" srcOrd="0" destOrd="0" presId="urn:microsoft.com/office/officeart/2011/layout/InterconnectedBlockProcess"/>
    <dgm:cxn modelId="{FD95BC11-BC93-47BA-B283-371C099AF1AD}" type="presParOf" srcId="{A6BCDA7B-D633-438F-B44D-CB4D60E5C492}" destId="{928B615F-0F8D-4140-A638-0FBB8F5BF1E9}" srcOrd="1" destOrd="0" presId="urn:microsoft.com/office/officeart/2011/layout/InterconnectedBlockProcess"/>
    <dgm:cxn modelId="{A02166CE-2B20-436D-AF28-8342A22134F7}" type="presParOf" srcId="{A6BCDA7B-D633-438F-B44D-CB4D60E5C492}" destId="{C73DE52A-2F45-45E6-AD0E-D5BEAF609F8E}" srcOrd="2" destOrd="0" presId="urn:microsoft.com/office/officeart/2011/layout/InterconnectedBlockProcess"/>
    <dgm:cxn modelId="{EF68827D-5F4A-488B-9569-C6B84C6E22B2}" type="presParOf" srcId="{A6BCDA7B-D633-438F-B44D-CB4D60E5C492}" destId="{EA3B7F60-AEEC-41A8-8A2C-D3679EFCD073}" srcOrd="3" destOrd="0" presId="urn:microsoft.com/office/officeart/2011/layout/InterconnectedBlockProcess"/>
    <dgm:cxn modelId="{AA6818F2-EB06-4F0B-AB64-08A61B86B1F5}" type="presParOf" srcId="{EA3B7F60-AEEC-41A8-8A2C-D3679EFCD073}" destId="{FC0F1314-3294-4A8C-8DCE-EB53E236164C}" srcOrd="0" destOrd="0" presId="urn:microsoft.com/office/officeart/2011/layout/InterconnectedBlockProcess"/>
    <dgm:cxn modelId="{515B5789-A9FD-48CC-AEC5-3887D1DCB166}" type="presParOf" srcId="{A6BCDA7B-D633-438F-B44D-CB4D60E5C492}" destId="{98225A61-A0EC-450A-BED8-EF2E47E8FD18}" srcOrd="4" destOrd="0" presId="urn:microsoft.com/office/officeart/2011/layout/InterconnectedBlockProcess"/>
    <dgm:cxn modelId="{EC041B1B-950E-47B0-AC02-75FE785BC810}" type="presParOf" srcId="{A6BCDA7B-D633-438F-B44D-CB4D60E5C492}" destId="{2AAD338D-3122-4454-9A67-16BE024D44E3}" srcOrd="5" destOrd="0" presId="urn:microsoft.com/office/officeart/2011/layout/InterconnectedBlockProcess"/>
    <dgm:cxn modelId="{3432AE63-9FD1-4BC7-9DEF-3B96DC1D18B6}" type="presParOf" srcId="{A6BCDA7B-D633-438F-B44D-CB4D60E5C492}" destId="{96AFCF47-32CA-4C44-9E3C-782007B7112E}" srcOrd="6" destOrd="0" presId="urn:microsoft.com/office/officeart/2011/layout/InterconnectedBlockProcess"/>
    <dgm:cxn modelId="{923E99A6-341B-451C-8867-E92FC25AC53B}" type="presParOf" srcId="{96AFCF47-32CA-4C44-9E3C-782007B7112E}" destId="{2532504F-5FE1-4C97-B485-F05E8885EACC}" srcOrd="0" destOrd="0" presId="urn:microsoft.com/office/officeart/2011/layout/InterconnectedBlockProcess"/>
    <dgm:cxn modelId="{D722F7D5-C052-4884-8CB8-8D1A48BD812B}" type="presParOf" srcId="{A6BCDA7B-D633-438F-B44D-CB4D60E5C492}" destId="{0D08ED52-6744-4369-B780-916B09984775}" srcOrd="7" destOrd="0" presId="urn:microsoft.com/office/officeart/2011/layout/InterconnectedBlockProcess"/>
    <dgm:cxn modelId="{3AD2F176-129A-4447-ADA9-E3E89DF9D891}" type="presParOf" srcId="{A6BCDA7B-D633-438F-B44D-CB4D60E5C492}" destId="{4C66D42D-7E6D-4563-AFDC-369C30B73F70}" srcOrd="8" destOrd="0" presId="urn:microsoft.com/office/officeart/2011/layout/InterconnectedBlockProcess"/>
    <dgm:cxn modelId="{D208DA9D-BE25-4BF1-B0BD-F2F14E865E97}" type="presParOf" srcId="{A6BCDA7B-D633-438F-B44D-CB4D60E5C492}" destId="{C1269CE6-C767-48CC-AAFD-A238D1FFDABA}" srcOrd="9" destOrd="0" presId="urn:microsoft.com/office/officeart/2011/layout/InterconnectedBlockProcess"/>
    <dgm:cxn modelId="{2AC68A3D-1C33-40F1-A5CE-D5AFE03E40CC}" type="presParOf" srcId="{C1269CE6-C767-48CC-AAFD-A238D1FFDABA}" destId="{06F8D57B-EDF4-4CF4-8700-DC2CA3E3028E}" srcOrd="0" destOrd="0" presId="urn:microsoft.com/office/officeart/2011/layout/InterconnectedBlockProcess"/>
    <dgm:cxn modelId="{1AC84B5C-9F91-4220-9E7F-5BE6D44EABB4}" type="presParOf" srcId="{A6BCDA7B-D633-438F-B44D-CB4D60E5C492}" destId="{6BCCFBA6-7A43-4631-AD7F-AFB10E1E6CD7}" srcOrd="10" destOrd="0" presId="urn:microsoft.com/office/officeart/2011/layout/InterconnectedBlockProcess"/>
    <dgm:cxn modelId="{4D501E81-798D-4E10-9739-3749808FDBE7}" type="presParOf" srcId="{A6BCDA7B-D633-438F-B44D-CB4D60E5C492}" destId="{00BB3360-A9BB-4051-A4B1-1216F82F642C}" srcOrd="11" destOrd="0" presId="urn:microsoft.com/office/officeart/2011/layout/InterconnectedBlockProcess"/>
    <dgm:cxn modelId="{61C4626E-22F6-45E2-856C-8C7D72EEE8E3}" type="presParOf" srcId="{A6BCDA7B-D633-438F-B44D-CB4D60E5C492}" destId="{7305DF14-0FF5-45E4-8B19-015814092DBD}" srcOrd="12" destOrd="0" presId="urn:microsoft.com/office/officeart/2011/layout/InterconnectedBlockProcess"/>
    <dgm:cxn modelId="{40E047E4-8B96-4BE3-A685-38A19A4860FE}" type="presParOf" srcId="{7305DF14-0FF5-45E4-8B19-015814092DBD}" destId="{A134CDD1-D85F-44EF-8BEE-9F99A855C1E6}" srcOrd="0" destOrd="0" presId="urn:microsoft.com/office/officeart/2011/layout/InterconnectedBlockProcess"/>
    <dgm:cxn modelId="{7D071F6A-A4AA-4BFF-AC77-DA71956DD8F9}" type="presParOf" srcId="{A6BCDA7B-D633-438F-B44D-CB4D60E5C492}" destId="{1C91D7E3-8940-4A33-9182-677DD5415901}" srcOrd="13" destOrd="0" presId="urn:microsoft.com/office/officeart/2011/layout/InterconnectedBlockProcess"/>
    <dgm:cxn modelId="{189850BB-B69B-4D35-82C0-6BC106290228}" type="presParOf" srcId="{A6BCDA7B-D633-438F-B44D-CB4D60E5C492}" destId="{65257024-FAC0-4522-B139-1CC85B547BE8}" srcOrd="14" destOrd="0" presId="urn:microsoft.com/office/officeart/2011/layout/InterconnectedBlockProcess"/>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Group 1"/>
      <dsp:cNvGrpSpPr/>
    </dsp:nvGrpSpPr>
    <dsp:grpSpPr>
      <a:xfrm>
        <a:off x="0" y="0"/>
        <a:ext cx="6388411" cy="4058195"/>
        <a:chOff x="0" y="0"/>
        <a:chExt cx="6388411" cy="4058195"/>
      </a:xfrm>
    </dsp:grpSpPr>
    <dsp:sp modelId="{8CAE5A4D-0C7B-48A6-917B-0B8433D0574B}">
      <dsp:nvSpPr>
        <dsp:cNvPr id="3" name="Rectangular Callout 2"/>
        <dsp:cNvSpPr/>
      </dsp:nvSpPr>
      <dsp:spPr bwMode="white">
        <a:xfrm>
          <a:off x="7210628" y="783978"/>
          <a:ext cx="1278321" cy="3246556"/>
        </a:xfrm>
        <a:prstGeom prst="wedgeRectCallout">
          <a:avLst>
            <a:gd name="adj1" fmla="val 0"/>
            <a:gd name="adj2" fmla="val 0"/>
          </a:avLst>
        </a:prstGeom>
      </dsp:spPr>
      <dsp:style>
        <a:lnRef idx="2">
          <a:schemeClr val="lt1"/>
        </a:lnRef>
        <a:fillRef idx="1">
          <a:schemeClr val="accent1">
            <a:tint val="50000"/>
            <a:hueOff val="0"/>
            <a:satOff val="0"/>
            <a:lumOff val="0"/>
            <a:alpha val="100000"/>
          </a:schemeClr>
        </a:fillRef>
        <a:effectRef idx="0">
          <a:scrgbClr r="0" g="0" b="0"/>
        </a:effectRef>
        <a:fontRef idx="minor"/>
      </dsp:style>
      <dsp:txBody>
        <a:bodyPr lIns="38100" tIns="38100" rIns="38100" bIns="38100" anchor="t"/>
        <a:lstStyle>
          <a:lvl1pPr algn="r">
            <a:defRPr sz="6500"/>
          </a:lvl1pPr>
          <a:lvl2pPr marL="285750" indent="-285750" algn="r">
            <a:defRPr sz="5000"/>
          </a:lvl2pPr>
          <a:lvl3pPr marL="571500" indent="-285750" algn="r">
            <a:defRPr sz="5000"/>
          </a:lvl3pPr>
          <a:lvl4pPr marL="857250" indent="-285750" algn="r">
            <a:defRPr sz="5000"/>
          </a:lvl4pPr>
          <a:lvl5pPr marL="1143000" indent="-285750" algn="r">
            <a:defRPr sz="5000"/>
          </a:lvl5pPr>
          <a:lvl6pPr marL="1428750" indent="-285750" algn="r">
            <a:defRPr sz="5000"/>
          </a:lvl6pPr>
          <a:lvl7pPr marL="1714500" indent="-285750" algn="r">
            <a:defRPr sz="5000"/>
          </a:lvl7pPr>
          <a:lvl8pPr marL="2000250" indent="-285750" algn="r">
            <a:defRPr sz="5000"/>
          </a:lvl8pPr>
          <a:lvl9pPr marL="2286000" indent="-285750" algn="r">
            <a:defRPr sz="5000"/>
          </a:lvl9pPr>
        </a:lstStyle>
        <a:p>
          <a:pPr lvl="0">
            <a:lnSpc>
              <a:spcPct val="100000"/>
            </a:lnSpc>
            <a:spcBef>
              <a:spcPct val="0"/>
            </a:spcBef>
            <a:spcAft>
              <a:spcPct val="35000"/>
            </a:spcAft>
          </a:pPr>
          <a:r>
            <a:rPr lang="en-US" sz="1200">
              <a:solidFill>
                <a:schemeClr val="tx1"/>
              </a:solidFill>
              <a:latin typeface="Times New Roman" panose="02020603050405020304" pitchFamily="18" charset="0"/>
              <a:cs typeface="Times New Roman" panose="02020603050405020304" pitchFamily="18" charset="0"/>
            </a:rPr>
            <a:t>Complete system deployment</a:t>
          </a:r>
          <a:endParaRPr lang="en-US" sz="1200">
            <a:solidFill>
              <a:schemeClr val="tx1"/>
            </a:solidFill>
            <a:latin typeface="Times New Roman" panose="02020603050405020304" pitchFamily="18" charset="0"/>
            <a:cs typeface="Times New Roman" panose="02020603050405020304" pitchFamily="18" charset="0"/>
          </a:endParaRPr>
        </a:p>
        <a:p>
          <a:pPr lvl="0">
            <a:lnSpc>
              <a:spcPct val="100000"/>
            </a:lnSpc>
            <a:spcBef>
              <a:spcPct val="0"/>
            </a:spcBef>
            <a:spcAft>
              <a:spcPct val="35000"/>
            </a:spcAft>
          </a:pPr>
          <a:r>
            <a:rPr lang="en-US" sz="1200">
              <a:solidFill>
                <a:schemeClr val="tx1"/>
              </a:solidFill>
              <a:latin typeface="Times New Roman" panose="02020603050405020304" pitchFamily="18" charset="0"/>
              <a:cs typeface="Times New Roman" panose="02020603050405020304" pitchFamily="18" charset="0"/>
            </a:rPr>
            <a:t>Final testing and validation</a:t>
          </a:r>
          <a:endParaRPr lang="en-US" sz="1200">
            <a:solidFill>
              <a:schemeClr val="tx1"/>
            </a:solidFill>
            <a:latin typeface="Times New Roman" panose="02020603050405020304" pitchFamily="18" charset="0"/>
            <a:cs typeface="Times New Roman" panose="02020603050405020304" pitchFamily="18" charset="0"/>
          </a:endParaRPr>
        </a:p>
        <a:p>
          <a:pPr lvl="0">
            <a:lnSpc>
              <a:spcPct val="100000"/>
            </a:lnSpc>
            <a:spcBef>
              <a:spcPct val="0"/>
            </a:spcBef>
            <a:spcAft>
              <a:spcPct val="35000"/>
            </a:spcAft>
          </a:pPr>
          <a:r>
            <a:rPr lang="en-US" sz="1200" dirty="0">
              <a:solidFill>
                <a:schemeClr val="tx1"/>
              </a:solidFill>
              <a:latin typeface="Times New Roman" panose="02020603050405020304" pitchFamily="18" charset="0"/>
              <a:cs typeface="Times New Roman" panose="02020603050405020304" pitchFamily="18" charset="0"/>
            </a:rPr>
            <a:t>Project demonstration</a:t>
          </a:r>
          <a:endParaRPr lang="en-US" sz="1200" dirty="0">
            <a:solidFill>
              <a:schemeClr val="tx1"/>
            </a:solidFill>
            <a:latin typeface="Times New Roman" panose="02020603050405020304" pitchFamily="18" charset="0"/>
            <a:cs typeface="Times New Roman" panose="02020603050405020304" pitchFamily="18" charset="0"/>
          </a:endParaRPr>
        </a:p>
        <a:p>
          <a:pPr lvl="0">
            <a:lnSpc>
              <a:spcPct val="100000"/>
            </a:lnSpc>
            <a:spcBef>
              <a:spcPct val="0"/>
            </a:spcBef>
            <a:spcAft>
              <a:spcPct val="35000"/>
            </a:spcAft>
          </a:pPr>
          <a:r>
            <a:rPr lang="en-US" sz="1200">
              <a:solidFill>
                <a:schemeClr val="tx1"/>
              </a:solidFill>
              <a:latin typeface="Times New Roman" panose="02020603050405020304" pitchFamily="18" charset="0"/>
              <a:cs typeface="Times New Roman" panose="02020603050405020304" pitchFamily="18" charset="0"/>
            </a:rPr>
            <a:t>Final report submission</a:t>
          </a:r>
          <a:endParaRPr lang="en-US" sz="1200">
            <a:solidFill>
              <a:schemeClr val="tx1"/>
            </a:solidFill>
            <a:latin typeface="Times New Roman" panose="02020603050405020304" pitchFamily="18" charset="0"/>
            <a:cs typeface="Times New Roman" panose="02020603050405020304" pitchFamily="18" charset="0"/>
          </a:endParaRPr>
        </a:p>
        <a:p>
          <a:pPr lvl="0">
            <a:lnSpc>
              <a:spcPct val="100000"/>
            </a:lnSpc>
            <a:spcBef>
              <a:spcPct val="0"/>
            </a:spcBef>
            <a:spcAft>
              <a:spcPct val="35000"/>
            </a:spcAft>
          </a:pPr>
          <a:r>
            <a:rPr lang="en-US" sz="1200" dirty="0">
              <a:solidFill>
                <a:schemeClr val="tx1"/>
              </a:solidFill>
              <a:latin typeface="Times New Roman" panose="02020603050405020304" pitchFamily="18" charset="0"/>
              <a:cs typeface="Times New Roman" panose="02020603050405020304" pitchFamily="18" charset="0"/>
            </a:rPr>
            <a:t>Internship completion</a:t>
          </a:r>
          <a:endParaRPr>
            <a:solidFill>
              <a:schemeClr val="tx1"/>
            </a:solidFill>
          </a:endParaRPr>
        </a:p>
      </dsp:txBody>
      <dsp:txXfrm>
        <a:off x="7210628" y="783978"/>
        <a:ext cx="1278321" cy="3246556"/>
      </dsp:txXfrm>
    </dsp:sp>
    <dsp:sp modelId="{C73DE52A-2F45-45E6-AD0E-D5BEAF609F8E}">
      <dsp:nvSpPr>
        <dsp:cNvPr id="4" name="Rectangles 3"/>
        <dsp:cNvSpPr/>
      </dsp:nvSpPr>
      <dsp:spPr bwMode="white">
        <a:xfrm>
          <a:off x="7173684" y="0"/>
          <a:ext cx="1278321" cy="811639"/>
        </a:xfrm>
        <a:prstGeom prst="rect">
          <a:avLst/>
        </a:prstGeom>
      </dsp:spPr>
      <dsp:style>
        <a:lnRef idx="2">
          <a:schemeClr val="lt1"/>
        </a:lnRef>
        <a:fillRef idx="1">
          <a:schemeClr val="accent2"/>
        </a:fillRef>
        <a:effectRef idx="0">
          <a:scrgbClr r="0" g="0" b="0"/>
        </a:effectRef>
        <a:fontRef idx="minor">
          <a:schemeClr val="lt1"/>
        </a:fontRef>
      </dsp:style>
      <dsp:txBody>
        <a:bodyPr lIns="57150" tIns="57150" rIns="57150" bIns="57150" anchor="ctr"/>
        <a:lstStyle>
          <a:lvl1pPr algn="ctr">
            <a:defRPr sz="1800"/>
          </a:lvl1pPr>
          <a:lvl2pPr marL="114300" indent="-114300" algn="ctr">
            <a:defRPr sz="1400"/>
          </a:lvl2pPr>
          <a:lvl3pPr marL="228600" indent="-114300" algn="ctr">
            <a:defRPr sz="1400"/>
          </a:lvl3pPr>
          <a:lvl4pPr marL="342900" indent="-114300" algn="ctr">
            <a:defRPr sz="1400"/>
          </a:lvl4pPr>
          <a:lvl5pPr marL="457200" indent="-114300" algn="ctr">
            <a:defRPr sz="1400"/>
          </a:lvl5pPr>
          <a:lvl6pPr marL="571500" indent="-114300" algn="ctr">
            <a:defRPr sz="1400"/>
          </a:lvl6pPr>
          <a:lvl7pPr marL="685800" indent="-114300" algn="ctr">
            <a:defRPr sz="1400"/>
          </a:lvl7pPr>
          <a:lvl8pPr marL="800100" indent="-114300" algn="ctr">
            <a:defRPr sz="1400"/>
          </a:lvl8pPr>
          <a:lvl9pPr marL="914400" indent="-114300" algn="ctr">
            <a:defRPr sz="1400"/>
          </a:lvl9pPr>
        </a:lstStyle>
        <a:p>
          <a:pPr lvl="0">
            <a:lnSpc>
              <a:spcPct val="100000"/>
            </a:lnSpc>
            <a:spcBef>
              <a:spcPct val="0"/>
            </a:spcBef>
            <a:spcAft>
              <a:spcPct val="35000"/>
            </a:spcAft>
          </a:pPr>
          <a:r>
            <a:rPr lang="en-US" dirty="0">
              <a:latin typeface="Times New Roman" panose="02020603050405020304" pitchFamily="18" charset="0"/>
              <a:cs typeface="Times New Roman" panose="02020603050405020304" pitchFamily="18" charset="0"/>
            </a:rPr>
            <a:t>Final Review</a:t>
          </a:r>
        </a:p>
      </dsp:txBody>
      <dsp:txXfrm>
        <a:off x="7173684" y="0"/>
        <a:ext cx="1278321" cy="811639"/>
      </dsp:txXfrm>
    </dsp:sp>
    <dsp:sp modelId="{FC0F1314-3294-4A8C-8DCE-EB53E236164C}">
      <dsp:nvSpPr>
        <dsp:cNvPr id="5" name="Rectangular Callout 4"/>
        <dsp:cNvSpPr/>
      </dsp:nvSpPr>
      <dsp:spPr bwMode="white">
        <a:xfrm>
          <a:off x="5898558" y="811639"/>
          <a:ext cx="1278321" cy="3043646"/>
        </a:xfrm>
        <a:prstGeom prst="wedgeRectCallout">
          <a:avLst>
            <a:gd name="adj1" fmla="val 62500"/>
            <a:gd name="adj2" fmla="val 20830"/>
          </a:avLst>
        </a:prstGeom>
      </dsp:spPr>
      <dsp:style>
        <a:lnRef idx="2">
          <a:schemeClr val="lt1"/>
        </a:lnRef>
        <a:fillRef idx="1">
          <a:schemeClr val="accent1">
            <a:tint val="50000"/>
            <a:hueOff val="-3195000"/>
            <a:satOff val="9216"/>
            <a:lumOff val="3137"/>
            <a:alpha val="100000"/>
          </a:schemeClr>
        </a:fillRef>
        <a:effectRef idx="0">
          <a:scrgbClr r="0" g="0" b="0"/>
        </a:effectRef>
        <a:fontRef idx="minor"/>
      </dsp:style>
      <dsp:txBody>
        <a:bodyPr lIns="38100" tIns="38100" rIns="38100" bIns="38100" anchor="t"/>
        <a:lstStyle>
          <a:lvl1pPr algn="r">
            <a:defRPr sz="6500"/>
          </a:lvl1pPr>
          <a:lvl2pPr marL="285750" indent="-285750" algn="r">
            <a:defRPr sz="5000"/>
          </a:lvl2pPr>
          <a:lvl3pPr marL="571500" indent="-285750" algn="r">
            <a:defRPr sz="5000"/>
          </a:lvl3pPr>
          <a:lvl4pPr marL="857250" indent="-285750" algn="r">
            <a:defRPr sz="5000"/>
          </a:lvl4pPr>
          <a:lvl5pPr marL="1143000" indent="-285750" algn="r">
            <a:defRPr sz="5000"/>
          </a:lvl5pPr>
          <a:lvl6pPr marL="1428750" indent="-285750" algn="r">
            <a:defRPr sz="5000"/>
          </a:lvl6pPr>
          <a:lvl7pPr marL="1714500" indent="-285750" algn="r">
            <a:defRPr sz="5000"/>
          </a:lvl7pPr>
          <a:lvl8pPr marL="2000250" indent="-285750" algn="r">
            <a:defRPr sz="5000"/>
          </a:lvl8pPr>
          <a:lvl9pPr marL="2286000" indent="-285750" algn="r">
            <a:defRPr sz="5000"/>
          </a:lvl9pPr>
        </a:lstStyle>
        <a:p>
          <a:pPr lvl="0">
            <a:lnSpc>
              <a:spcPct val="100000"/>
            </a:lnSpc>
            <a:spcBef>
              <a:spcPct val="0"/>
            </a:spcBef>
            <a:spcAft>
              <a:spcPct val="35000"/>
            </a:spcAft>
          </a:pPr>
          <a:r>
            <a:rPr lang="en-US" sz="1200">
              <a:solidFill>
                <a:schemeClr val="tx1"/>
              </a:solidFill>
            </a:rPr>
            <a:t>Integrating frontend with backend</a:t>
          </a:r>
          <a:endParaRPr lang="en-US" sz="1200">
            <a:solidFill>
              <a:schemeClr val="tx1"/>
            </a:solidFill>
          </a:endParaRPr>
        </a:p>
        <a:p>
          <a:pPr lvl="0">
            <a:lnSpc>
              <a:spcPct val="100000"/>
            </a:lnSpc>
            <a:spcBef>
              <a:spcPct val="0"/>
            </a:spcBef>
            <a:spcAft>
              <a:spcPct val="35000"/>
            </a:spcAft>
          </a:pPr>
          <a:r>
            <a:rPr lang="en-US" sz="1200">
              <a:solidFill>
                <a:schemeClr val="tx1"/>
              </a:solidFill>
            </a:rPr>
            <a:t>Implementing live camera recognition</a:t>
          </a:r>
          <a:endParaRPr lang="en-US" sz="1200">
            <a:solidFill>
              <a:schemeClr val="tx1"/>
            </a:solidFill>
          </a:endParaRPr>
        </a:p>
        <a:p>
          <a:pPr lvl="0">
            <a:lnSpc>
              <a:spcPct val="100000"/>
            </a:lnSpc>
            <a:spcBef>
              <a:spcPct val="0"/>
            </a:spcBef>
            <a:spcAft>
              <a:spcPct val="35000"/>
            </a:spcAft>
          </a:pPr>
          <a:r>
            <a:rPr lang="en-US" sz="1200" dirty="0">
              <a:solidFill>
                <a:schemeClr val="tx1"/>
              </a:solidFill>
            </a:rPr>
            <a:t>Testing face detection and attendance marking</a:t>
          </a:r>
          <a:endParaRPr lang="en-US" sz="1200" dirty="0">
            <a:solidFill>
              <a:schemeClr val="tx1"/>
            </a:solidFill>
          </a:endParaRPr>
        </a:p>
        <a:p>
          <a:pPr lvl="0">
            <a:lnSpc>
              <a:spcPct val="100000"/>
            </a:lnSpc>
            <a:spcBef>
              <a:spcPct val="0"/>
            </a:spcBef>
            <a:spcAft>
              <a:spcPct val="35000"/>
            </a:spcAft>
          </a:pPr>
          <a:r>
            <a:rPr lang="en-US" sz="1200" dirty="0">
              <a:solidFill>
                <a:schemeClr val="tx1"/>
              </a:solidFill>
            </a:rPr>
            <a:t>Improving accuracy and performance</a:t>
          </a:r>
          <a:endParaRPr>
            <a:solidFill>
              <a:schemeClr val="tx1"/>
            </a:solidFill>
          </a:endParaRPr>
        </a:p>
      </dsp:txBody>
      <dsp:txXfrm>
        <a:off x="5898558" y="811639"/>
        <a:ext cx="1278321" cy="3043646"/>
      </dsp:txXfrm>
    </dsp:sp>
    <dsp:sp modelId="{2AAD338D-3122-4454-9A67-16BE024D44E3}">
      <dsp:nvSpPr>
        <dsp:cNvPr id="6" name="Rectangles 5"/>
        <dsp:cNvSpPr/>
      </dsp:nvSpPr>
      <dsp:spPr bwMode="white">
        <a:xfrm>
          <a:off x="5898558" y="101455"/>
          <a:ext cx="1278321" cy="710184"/>
        </a:xfrm>
        <a:prstGeom prst="rect">
          <a:avLst/>
        </a:prstGeom>
      </dsp:spPr>
      <dsp:style>
        <a:lnRef idx="2">
          <a:schemeClr val="lt1"/>
        </a:lnRef>
        <a:fillRef idx="1">
          <a:schemeClr val="accent3"/>
        </a:fillRef>
        <a:effectRef idx="0">
          <a:scrgbClr r="0" g="0" b="0"/>
        </a:effectRef>
        <a:fontRef idx="minor">
          <a:schemeClr val="lt1"/>
        </a:fontRef>
      </dsp:style>
      <dsp:txBody>
        <a:bodyPr lIns="57150" tIns="57150" rIns="57150" bIns="57150" anchor="ctr"/>
        <a:lstStyle>
          <a:lvl1pPr algn="ctr">
            <a:defRPr sz="1800"/>
          </a:lvl1pPr>
          <a:lvl2pPr marL="114300" indent="-114300" algn="ctr">
            <a:defRPr sz="1400"/>
          </a:lvl2pPr>
          <a:lvl3pPr marL="228600" indent="-114300" algn="ctr">
            <a:defRPr sz="1400"/>
          </a:lvl3pPr>
          <a:lvl4pPr marL="342900" indent="-114300" algn="ctr">
            <a:defRPr sz="1400"/>
          </a:lvl4pPr>
          <a:lvl5pPr marL="457200" indent="-114300" algn="ctr">
            <a:defRPr sz="1400"/>
          </a:lvl5pPr>
          <a:lvl6pPr marL="571500" indent="-114300" algn="ctr">
            <a:defRPr sz="1400"/>
          </a:lvl6pPr>
          <a:lvl7pPr marL="685800" indent="-114300" algn="ctr">
            <a:defRPr sz="1400"/>
          </a:lvl7pPr>
          <a:lvl8pPr marL="800100" indent="-114300" algn="ctr">
            <a:defRPr sz="1400"/>
          </a:lvl8pPr>
          <a:lvl9pPr marL="914400" indent="-114300" algn="ctr">
            <a:defRPr sz="1400"/>
          </a:lvl9pPr>
        </a:lstStyle>
        <a:p>
          <a:pPr lvl="0">
            <a:lnSpc>
              <a:spcPct val="100000"/>
            </a:lnSpc>
            <a:spcBef>
              <a:spcPct val="0"/>
            </a:spcBef>
            <a:spcAft>
              <a:spcPct val="35000"/>
            </a:spcAft>
          </a:pPr>
          <a:r>
            <a:rPr lang="en-US" dirty="0">
              <a:latin typeface="Times New Roman" panose="02020603050405020304" pitchFamily="18" charset="0"/>
              <a:cs typeface="Times New Roman" panose="02020603050405020304" pitchFamily="18" charset="0"/>
            </a:rPr>
            <a:t>Review 4</a:t>
          </a:r>
        </a:p>
      </dsp:txBody>
      <dsp:txXfrm>
        <a:off x="5898558" y="101455"/>
        <a:ext cx="1278321" cy="710184"/>
      </dsp:txXfrm>
    </dsp:sp>
    <dsp:sp modelId="{2532504F-5FE1-4C97-B485-F05E8885EACC}">
      <dsp:nvSpPr>
        <dsp:cNvPr id="7" name="Rectangular Callout 6"/>
        <dsp:cNvSpPr/>
      </dsp:nvSpPr>
      <dsp:spPr bwMode="white">
        <a:xfrm>
          <a:off x="4620237" y="811639"/>
          <a:ext cx="1278321" cy="2840736"/>
        </a:xfrm>
        <a:prstGeom prst="wedgeRectCallout">
          <a:avLst>
            <a:gd name="adj1" fmla="val 62500"/>
            <a:gd name="adj2" fmla="val 20830"/>
          </a:avLst>
        </a:prstGeom>
      </dsp:spPr>
      <dsp:style>
        <a:lnRef idx="2">
          <a:schemeClr val="lt1"/>
        </a:lnRef>
        <a:fillRef idx="1">
          <a:schemeClr val="accent1">
            <a:tint val="50000"/>
            <a:hueOff val="-6390000"/>
            <a:satOff val="18431"/>
            <a:lumOff val="6275"/>
            <a:alpha val="100000"/>
          </a:schemeClr>
        </a:fillRef>
        <a:effectRef idx="0">
          <a:scrgbClr r="0" g="0" b="0"/>
        </a:effectRef>
        <a:fontRef idx="minor"/>
      </dsp:style>
      <dsp:txBody>
        <a:bodyPr lIns="38100" tIns="38100" rIns="38100" bIns="38100" anchor="t"/>
        <a:lstStyle>
          <a:lvl1pPr algn="r">
            <a:defRPr sz="6500"/>
          </a:lvl1pPr>
          <a:lvl2pPr marL="285750" indent="-285750" algn="r">
            <a:defRPr sz="5000"/>
          </a:lvl2pPr>
          <a:lvl3pPr marL="571500" indent="-285750" algn="r">
            <a:defRPr sz="5000"/>
          </a:lvl3pPr>
          <a:lvl4pPr marL="857250" indent="-285750" algn="r">
            <a:defRPr sz="5000"/>
          </a:lvl4pPr>
          <a:lvl5pPr marL="1143000" indent="-285750" algn="r">
            <a:defRPr sz="5000"/>
          </a:lvl5pPr>
          <a:lvl6pPr marL="1428750" indent="-285750" algn="r">
            <a:defRPr sz="5000"/>
          </a:lvl6pPr>
          <a:lvl7pPr marL="1714500" indent="-285750" algn="r">
            <a:defRPr sz="5000"/>
          </a:lvl7pPr>
          <a:lvl8pPr marL="2000250" indent="-285750" algn="r">
            <a:defRPr sz="5000"/>
          </a:lvl8pPr>
          <a:lvl9pPr marL="2286000" indent="-285750" algn="r">
            <a:defRPr sz="5000"/>
          </a:lvl9pPr>
        </a:lstStyle>
        <a:p>
          <a:pPr lvl="0">
            <a:lnSpc>
              <a:spcPct val="100000"/>
            </a:lnSpc>
            <a:spcBef>
              <a:spcPct val="0"/>
            </a:spcBef>
            <a:spcAft>
              <a:spcPct val="35000"/>
            </a:spcAft>
          </a:pPr>
          <a:r>
            <a:rPr lang="en-US" sz="1200" dirty="0">
              <a:solidFill>
                <a:schemeClr val="tx1"/>
              </a:solidFill>
              <a:latin typeface="Times New Roman" panose="02020603050405020304" pitchFamily="18" charset="0"/>
              <a:cs typeface="Times New Roman" panose="02020603050405020304" pitchFamily="18" charset="0"/>
            </a:rPr>
            <a:t>Designing system architecture</a:t>
          </a:r>
          <a:endParaRPr lang="en-US" sz="1200" dirty="0">
            <a:solidFill>
              <a:schemeClr val="tx1"/>
            </a:solidFill>
            <a:latin typeface="Times New Roman" panose="02020603050405020304" pitchFamily="18" charset="0"/>
            <a:cs typeface="Times New Roman" panose="02020603050405020304" pitchFamily="18" charset="0"/>
          </a:endParaRPr>
        </a:p>
        <a:p>
          <a:pPr lvl="0">
            <a:lnSpc>
              <a:spcPct val="100000"/>
            </a:lnSpc>
            <a:spcBef>
              <a:spcPct val="0"/>
            </a:spcBef>
            <a:spcAft>
              <a:spcPct val="35000"/>
            </a:spcAft>
          </a:pPr>
          <a:r>
            <a:rPr lang="en-US" sz="1200">
              <a:solidFill>
                <a:schemeClr val="tx1"/>
              </a:solidFill>
              <a:latin typeface="Times New Roman" panose="02020603050405020304" pitchFamily="18" charset="0"/>
              <a:cs typeface="Times New Roman" panose="02020603050405020304" pitchFamily="18" charset="0"/>
            </a:rPr>
            <a:t>Developing backend using Flask</a:t>
          </a:r>
          <a:endParaRPr lang="en-US" sz="1200">
            <a:solidFill>
              <a:schemeClr val="tx1"/>
            </a:solidFill>
            <a:latin typeface="Times New Roman" panose="02020603050405020304" pitchFamily="18" charset="0"/>
            <a:cs typeface="Times New Roman" panose="02020603050405020304" pitchFamily="18" charset="0"/>
          </a:endParaRPr>
        </a:p>
        <a:p>
          <a:pPr lvl="0">
            <a:lnSpc>
              <a:spcPct val="100000"/>
            </a:lnSpc>
            <a:spcBef>
              <a:spcPct val="0"/>
            </a:spcBef>
            <a:spcAft>
              <a:spcPct val="35000"/>
            </a:spcAft>
          </a:pPr>
          <a:r>
            <a:rPr lang="en-US" sz="1200">
              <a:solidFill>
                <a:schemeClr val="tx1"/>
              </a:solidFill>
              <a:latin typeface="Times New Roman" panose="02020603050405020304" pitchFamily="18" charset="0"/>
              <a:cs typeface="Times New Roman" panose="02020603050405020304" pitchFamily="18" charset="0"/>
            </a:rPr>
            <a:t>Creating frontend using React</a:t>
          </a:r>
          <a:endParaRPr lang="en-US" sz="1200">
            <a:solidFill>
              <a:schemeClr val="tx1"/>
            </a:solidFill>
            <a:latin typeface="Times New Roman" panose="02020603050405020304" pitchFamily="18" charset="0"/>
            <a:cs typeface="Times New Roman" panose="02020603050405020304" pitchFamily="18" charset="0"/>
          </a:endParaRPr>
        </a:p>
        <a:p>
          <a:pPr lvl="0">
            <a:lnSpc>
              <a:spcPct val="100000"/>
            </a:lnSpc>
            <a:spcBef>
              <a:spcPct val="0"/>
            </a:spcBef>
            <a:spcAft>
              <a:spcPct val="35000"/>
            </a:spcAft>
          </a:pPr>
          <a:r>
            <a:rPr lang="en-US" sz="1200">
              <a:solidFill>
                <a:schemeClr val="tx1"/>
              </a:solidFill>
              <a:latin typeface="Times New Roman" panose="02020603050405020304" pitchFamily="18" charset="0"/>
              <a:cs typeface="Times New Roman" panose="02020603050405020304" pitchFamily="18" charset="0"/>
            </a:rPr>
            <a:t>Dataset collection and face encoding</a:t>
          </a:r>
          <a:endParaRPr lang="en-US" sz="1200">
            <a:solidFill>
              <a:schemeClr val="tx1"/>
            </a:solidFill>
            <a:latin typeface="Times New Roman" panose="02020603050405020304" pitchFamily="18" charset="0"/>
            <a:cs typeface="Times New Roman" panose="02020603050405020304" pitchFamily="18" charset="0"/>
          </a:endParaRPr>
        </a:p>
        <a:p>
          <a:pPr lvl="0">
            <a:lnSpc>
              <a:spcPct val="100000"/>
            </a:lnSpc>
            <a:spcBef>
              <a:spcPct val="0"/>
            </a:spcBef>
            <a:spcAft>
              <a:spcPct val="35000"/>
            </a:spcAft>
          </a:pPr>
          <a:r>
            <a:rPr lang="en-US" sz="1200" dirty="0" err="1">
              <a:solidFill>
                <a:schemeClr val="tx1"/>
              </a:solidFill>
              <a:latin typeface="Times New Roman" panose="02020603050405020304" pitchFamily="18" charset="0"/>
              <a:cs typeface="Times New Roman" panose="02020603050405020304" pitchFamily="18" charset="0"/>
            </a:rPr>
            <a:t>GitHub</a:t>
          </a:r>
          <a:r>
            <a:rPr lang="en-US" sz="1200" dirty="0">
              <a:solidFill>
                <a:schemeClr val="tx1"/>
              </a:solidFill>
              <a:latin typeface="Times New Roman" panose="02020603050405020304" pitchFamily="18" charset="0"/>
              <a:cs typeface="Times New Roman" panose="02020603050405020304" pitchFamily="18" charset="0"/>
            </a:rPr>
            <a:t> repository setup</a:t>
          </a:r>
          <a:endParaRPr>
            <a:solidFill>
              <a:schemeClr val="tx1"/>
            </a:solidFill>
          </a:endParaRPr>
        </a:p>
      </dsp:txBody>
      <dsp:txXfrm>
        <a:off x="4620237" y="811639"/>
        <a:ext cx="1278321" cy="2840736"/>
      </dsp:txXfrm>
    </dsp:sp>
    <dsp:sp modelId="{4C66D42D-7E6D-4563-AFDC-369C30B73F70}">
      <dsp:nvSpPr>
        <dsp:cNvPr id="8" name="Rectangles 7"/>
        <dsp:cNvSpPr/>
      </dsp:nvSpPr>
      <dsp:spPr bwMode="white">
        <a:xfrm>
          <a:off x="4620237" y="206156"/>
          <a:ext cx="1278321" cy="608729"/>
        </a:xfrm>
        <a:prstGeom prst="rect">
          <a:avLst/>
        </a:prstGeom>
      </dsp:spPr>
      <dsp:style>
        <a:lnRef idx="2">
          <a:schemeClr val="lt1"/>
        </a:lnRef>
        <a:fillRef idx="1">
          <a:schemeClr val="accent4"/>
        </a:fillRef>
        <a:effectRef idx="0">
          <a:scrgbClr r="0" g="0" b="0"/>
        </a:effectRef>
        <a:fontRef idx="minor">
          <a:schemeClr val="lt1"/>
        </a:fontRef>
      </dsp:style>
      <dsp:txBody>
        <a:bodyPr lIns="57150" tIns="57150" rIns="57150" bIns="57150" anchor="ctr"/>
        <a:lstStyle>
          <a:lvl1pPr algn="ctr">
            <a:defRPr sz="1800"/>
          </a:lvl1pPr>
          <a:lvl2pPr marL="114300" indent="-114300" algn="ctr">
            <a:defRPr sz="1400"/>
          </a:lvl2pPr>
          <a:lvl3pPr marL="228600" indent="-114300" algn="ctr">
            <a:defRPr sz="1400"/>
          </a:lvl3pPr>
          <a:lvl4pPr marL="342900" indent="-114300" algn="ctr">
            <a:defRPr sz="1400"/>
          </a:lvl4pPr>
          <a:lvl5pPr marL="457200" indent="-114300" algn="ctr">
            <a:defRPr sz="1400"/>
          </a:lvl5pPr>
          <a:lvl6pPr marL="571500" indent="-114300" algn="ctr">
            <a:defRPr sz="1400"/>
          </a:lvl6pPr>
          <a:lvl7pPr marL="685800" indent="-114300" algn="ctr">
            <a:defRPr sz="1400"/>
          </a:lvl7pPr>
          <a:lvl8pPr marL="800100" indent="-114300" algn="ctr">
            <a:defRPr sz="1400"/>
          </a:lvl8pPr>
          <a:lvl9pPr marL="914400" indent="-114300" algn="ctr">
            <a:defRPr sz="1400"/>
          </a:lvl9pPr>
        </a:lstStyle>
        <a:p>
          <a:pPr lvl="0">
            <a:lnSpc>
              <a:spcPct val="100000"/>
            </a:lnSpc>
            <a:spcBef>
              <a:spcPct val="0"/>
            </a:spcBef>
            <a:spcAft>
              <a:spcPct val="35000"/>
            </a:spcAft>
          </a:pPr>
          <a:r>
            <a:rPr lang="en-US" dirty="0">
              <a:latin typeface="Times New Roman" panose="02020603050405020304" pitchFamily="18" charset="0"/>
              <a:cs typeface="Times New Roman" panose="02020603050405020304" pitchFamily="18" charset="0"/>
            </a:rPr>
            <a:t>Review 3</a:t>
          </a:r>
        </a:p>
      </dsp:txBody>
      <dsp:txXfrm>
        <a:off x="4620237" y="206156"/>
        <a:ext cx="1278321" cy="608729"/>
      </dsp:txXfrm>
    </dsp:sp>
    <dsp:sp modelId="{06F8D57B-EDF4-4CF4-8700-DC2CA3E3028E}">
      <dsp:nvSpPr>
        <dsp:cNvPr id="9" name="Rectangular Callout 8"/>
        <dsp:cNvSpPr/>
      </dsp:nvSpPr>
      <dsp:spPr bwMode="white">
        <a:xfrm>
          <a:off x="3341916" y="811639"/>
          <a:ext cx="1278321" cy="2637827"/>
        </a:xfrm>
        <a:prstGeom prst="wedgeRectCallout">
          <a:avLst>
            <a:gd name="adj1" fmla="val 62500"/>
            <a:gd name="adj2" fmla="val 20830"/>
          </a:avLst>
        </a:prstGeom>
      </dsp:spPr>
      <dsp:style>
        <a:lnRef idx="2">
          <a:schemeClr val="lt1"/>
        </a:lnRef>
        <a:fillRef idx="1">
          <a:schemeClr val="accent1">
            <a:tint val="50000"/>
            <a:hueOff val="-9585000"/>
            <a:satOff val="27647"/>
            <a:lumOff val="9412"/>
            <a:alpha val="100000"/>
          </a:schemeClr>
        </a:fillRef>
        <a:effectRef idx="0">
          <a:scrgbClr r="0" g="0" b="0"/>
        </a:effectRef>
        <a:fontRef idx="minor"/>
      </dsp:style>
      <dsp:txXfrm>
        <a:off x="3341916" y="811639"/>
        <a:ext cx="1278321" cy="2637827"/>
      </dsp:txXfrm>
    </dsp:sp>
    <dsp:sp modelId="{00BB3360-A9BB-4051-A4B1-1216F82F642C}">
      <dsp:nvSpPr>
        <dsp:cNvPr id="11" name="Rectangles 10"/>
        <dsp:cNvSpPr/>
      </dsp:nvSpPr>
      <dsp:spPr bwMode="white">
        <a:xfrm>
          <a:off x="3341916" y="304365"/>
          <a:ext cx="1278321" cy="507274"/>
        </a:xfrm>
        <a:prstGeom prst="rect">
          <a:avLst/>
        </a:prstGeom>
      </dsp:spPr>
      <dsp:style>
        <a:lnRef idx="2">
          <a:schemeClr val="lt1"/>
        </a:lnRef>
        <a:fillRef idx="1">
          <a:schemeClr val="accent5"/>
        </a:fillRef>
        <a:effectRef idx="0">
          <a:scrgbClr r="0" g="0" b="0"/>
        </a:effectRef>
        <a:fontRef idx="minor">
          <a:schemeClr val="lt1"/>
        </a:fontRef>
      </dsp:style>
      <dsp:txBody>
        <a:bodyPr lIns="57150" tIns="57150" rIns="57150" bIns="57150" anchor="ctr"/>
        <a:lstStyle>
          <a:lvl1pPr algn="ctr">
            <a:defRPr sz="1800"/>
          </a:lvl1pPr>
          <a:lvl2pPr marL="114300" indent="-114300" algn="ctr">
            <a:defRPr sz="1400"/>
          </a:lvl2pPr>
          <a:lvl3pPr marL="228600" indent="-114300" algn="ctr">
            <a:defRPr sz="1400"/>
          </a:lvl3pPr>
          <a:lvl4pPr marL="342900" indent="-114300" algn="ctr">
            <a:defRPr sz="1400"/>
          </a:lvl4pPr>
          <a:lvl5pPr marL="457200" indent="-114300" algn="ctr">
            <a:defRPr sz="1400"/>
          </a:lvl5pPr>
          <a:lvl6pPr marL="571500" indent="-114300" algn="ctr">
            <a:defRPr sz="1400"/>
          </a:lvl6pPr>
          <a:lvl7pPr marL="685800" indent="-114300" algn="ctr">
            <a:defRPr sz="1400"/>
          </a:lvl7pPr>
          <a:lvl8pPr marL="800100" indent="-114300" algn="ctr">
            <a:defRPr sz="1400"/>
          </a:lvl8pPr>
          <a:lvl9pPr marL="914400" indent="-114300" algn="ctr">
            <a:defRPr sz="1400"/>
          </a:lvl9pPr>
        </a:lstStyle>
        <a:p>
          <a:pPr lvl="0">
            <a:lnSpc>
              <a:spcPct val="100000"/>
            </a:lnSpc>
            <a:spcBef>
              <a:spcPct val="0"/>
            </a:spcBef>
            <a:spcAft>
              <a:spcPct val="35000"/>
            </a:spcAft>
          </a:pPr>
          <a:r>
            <a:rPr lang="en-US" dirty="0">
              <a:latin typeface="Times New Roman" panose="02020603050405020304" pitchFamily="18" charset="0"/>
              <a:cs typeface="Times New Roman" panose="02020603050405020304" pitchFamily="18" charset="0"/>
            </a:rPr>
            <a:t>Review 2</a:t>
          </a:r>
        </a:p>
      </dsp:txBody>
      <dsp:txXfrm>
        <a:off x="3341916" y="304365"/>
        <a:ext cx="1278321" cy="507274"/>
      </dsp:txXfrm>
    </dsp:sp>
    <dsp:sp modelId="{A134CDD1-D85F-44EF-8BEE-9F99A855C1E6}">
      <dsp:nvSpPr>
        <dsp:cNvPr id="12" name="Rectangular Callout 11"/>
        <dsp:cNvSpPr/>
      </dsp:nvSpPr>
      <dsp:spPr bwMode="white">
        <a:xfrm>
          <a:off x="2063595" y="811639"/>
          <a:ext cx="1278321" cy="2434917"/>
        </a:xfrm>
        <a:prstGeom prst="wedgeRectCallout">
          <a:avLst>
            <a:gd name="adj1" fmla="val 62500"/>
            <a:gd name="adj2" fmla="val 20830"/>
          </a:avLst>
        </a:prstGeom>
      </dsp:spPr>
      <dsp:style>
        <a:lnRef idx="2">
          <a:schemeClr val="lt1"/>
        </a:lnRef>
        <a:fillRef idx="1">
          <a:schemeClr val="accent1">
            <a:tint val="50000"/>
            <a:hueOff val="-12780000"/>
            <a:satOff val="36863"/>
            <a:lumOff val="12549"/>
            <a:alpha val="100000"/>
          </a:schemeClr>
        </a:fillRef>
        <a:effectRef idx="0">
          <a:scrgbClr r="0" g="0" b="0"/>
        </a:effectRef>
        <a:fontRef idx="minor"/>
      </dsp:style>
      <dsp:txBody>
        <a:bodyPr lIns="34925" tIns="34925" rIns="34925" bIns="34925" anchor="t"/>
        <a:lstStyle>
          <a:lvl1pPr algn="r">
            <a:defRPr sz="6500"/>
          </a:lvl1pPr>
          <a:lvl2pPr marL="285750" indent="-285750" algn="r">
            <a:defRPr sz="5000"/>
          </a:lvl2pPr>
          <a:lvl3pPr marL="571500" indent="-285750" algn="r">
            <a:defRPr sz="5000"/>
          </a:lvl3pPr>
          <a:lvl4pPr marL="857250" indent="-285750" algn="r">
            <a:defRPr sz="5000"/>
          </a:lvl4pPr>
          <a:lvl5pPr marL="1143000" indent="-285750" algn="r">
            <a:defRPr sz="5000"/>
          </a:lvl5pPr>
          <a:lvl6pPr marL="1428750" indent="-285750" algn="r">
            <a:defRPr sz="5000"/>
          </a:lvl6pPr>
          <a:lvl7pPr marL="1714500" indent="-285750" algn="r">
            <a:defRPr sz="5000"/>
          </a:lvl7pPr>
          <a:lvl8pPr marL="2000250" indent="-285750" algn="r">
            <a:defRPr sz="5000"/>
          </a:lvl8pPr>
          <a:lvl9pPr marL="2286000" indent="-285750" algn="r">
            <a:defRPr sz="5000"/>
          </a:lvl9pPr>
        </a:lstStyle>
        <a:p>
          <a:pPr lvl="0">
            <a:lnSpc>
              <a:spcPct val="100000"/>
            </a:lnSpc>
            <a:spcBef>
              <a:spcPct val="0"/>
            </a:spcBef>
            <a:spcAft>
              <a:spcPct val="35000"/>
            </a:spcAft>
          </a:pPr>
          <a:r>
            <a:rPr lang="en-US" sz="1100" dirty="0">
              <a:solidFill>
                <a:schemeClr val="tx1"/>
              </a:solidFill>
              <a:latin typeface="Times New Roman" panose="02020603050405020304" pitchFamily="18" charset="0"/>
              <a:cs typeface="Times New Roman" panose="02020603050405020304" pitchFamily="18" charset="0"/>
            </a:rPr>
            <a:t>Understanding project requirements</a:t>
          </a:r>
          <a:endParaRPr lang="en-US" sz="1100" dirty="0">
            <a:solidFill>
              <a:schemeClr val="tx1"/>
            </a:solidFill>
            <a:latin typeface="Times New Roman" panose="02020603050405020304" pitchFamily="18" charset="0"/>
            <a:cs typeface="Times New Roman" panose="02020603050405020304" pitchFamily="18" charset="0"/>
          </a:endParaRPr>
        </a:p>
        <a:p>
          <a:pPr lvl="0">
            <a:lnSpc>
              <a:spcPct val="100000"/>
            </a:lnSpc>
            <a:spcBef>
              <a:spcPct val="0"/>
            </a:spcBef>
            <a:spcAft>
              <a:spcPct val="35000"/>
            </a:spcAft>
          </a:pPr>
          <a:r>
            <a:rPr lang="en-US" sz="1100">
              <a:solidFill>
                <a:schemeClr val="tx1"/>
              </a:solidFill>
              <a:latin typeface="Times New Roman" panose="02020603050405020304" pitchFamily="18" charset="0"/>
              <a:cs typeface="Times New Roman" panose="02020603050405020304" pitchFamily="18" charset="0"/>
            </a:rPr>
            <a:t>Learning basics of Face Recognition and AI</a:t>
          </a:r>
          <a:endParaRPr lang="en-US" sz="1100">
            <a:solidFill>
              <a:schemeClr val="tx1"/>
            </a:solidFill>
            <a:latin typeface="Times New Roman" panose="02020603050405020304" pitchFamily="18" charset="0"/>
            <a:cs typeface="Times New Roman" panose="02020603050405020304" pitchFamily="18" charset="0"/>
          </a:endParaRPr>
        </a:p>
        <a:p>
          <a:pPr lvl="0">
            <a:lnSpc>
              <a:spcPct val="100000"/>
            </a:lnSpc>
            <a:spcBef>
              <a:spcPct val="0"/>
            </a:spcBef>
            <a:spcAft>
              <a:spcPct val="35000"/>
            </a:spcAft>
          </a:pPr>
          <a:r>
            <a:rPr lang="en-US" sz="1100">
              <a:solidFill>
                <a:schemeClr val="tx1"/>
              </a:solidFill>
              <a:latin typeface="Times New Roman" panose="02020603050405020304" pitchFamily="18" charset="0"/>
              <a:cs typeface="Times New Roman" panose="02020603050405020304" pitchFamily="18" charset="0"/>
            </a:rPr>
            <a:t>Studying Python, OpenCV, and Machine Learning concepts</a:t>
          </a:r>
          <a:endParaRPr lang="en-US" sz="1100">
            <a:solidFill>
              <a:schemeClr val="tx1"/>
            </a:solidFill>
            <a:latin typeface="Times New Roman" panose="02020603050405020304" pitchFamily="18" charset="0"/>
            <a:cs typeface="Times New Roman" panose="02020603050405020304" pitchFamily="18" charset="0"/>
          </a:endParaRPr>
        </a:p>
        <a:p>
          <a:pPr lvl="0">
            <a:lnSpc>
              <a:spcPct val="100000"/>
            </a:lnSpc>
            <a:spcBef>
              <a:spcPct val="0"/>
            </a:spcBef>
            <a:spcAft>
              <a:spcPct val="35000"/>
            </a:spcAft>
          </a:pPr>
          <a:r>
            <a:rPr lang="en-US" sz="1100" dirty="0">
              <a:solidFill>
                <a:schemeClr val="tx1"/>
              </a:solidFill>
              <a:latin typeface="Times New Roman" panose="02020603050405020304" pitchFamily="18" charset="0"/>
              <a:cs typeface="Times New Roman" panose="02020603050405020304" pitchFamily="18" charset="0"/>
            </a:rPr>
            <a:t>Literature survey and problem identification</a:t>
          </a:r>
          <a:endParaRPr>
            <a:solidFill>
              <a:schemeClr val="tx1"/>
            </a:solidFill>
          </a:endParaRPr>
        </a:p>
      </dsp:txBody>
      <dsp:txXfrm>
        <a:off x="2063595" y="811639"/>
        <a:ext cx="1278321" cy="2434917"/>
      </dsp:txXfrm>
    </dsp:sp>
    <dsp:sp modelId="{65257024-FAC0-4522-B139-1CC85B547BE8}">
      <dsp:nvSpPr>
        <dsp:cNvPr id="13" name="Rectangles 12"/>
        <dsp:cNvSpPr/>
      </dsp:nvSpPr>
      <dsp:spPr bwMode="white">
        <a:xfrm>
          <a:off x="2063595" y="405820"/>
          <a:ext cx="1278321" cy="405820"/>
        </a:xfrm>
        <a:prstGeom prst="rect">
          <a:avLst/>
        </a:prstGeom>
      </dsp:spPr>
      <dsp:style>
        <a:lnRef idx="2">
          <a:schemeClr val="lt1"/>
        </a:lnRef>
        <a:fillRef idx="1">
          <a:schemeClr val="accent6"/>
        </a:fillRef>
        <a:effectRef idx="0">
          <a:scrgbClr r="0" g="0" b="0"/>
        </a:effectRef>
        <a:fontRef idx="minor">
          <a:schemeClr val="lt1"/>
        </a:fontRef>
      </dsp:style>
      <dsp:txBody>
        <a:bodyPr lIns="57150" tIns="57150" rIns="57150" bIns="57150" anchor="ctr"/>
        <a:lstStyle>
          <a:lvl1pPr algn="ctr">
            <a:defRPr sz="1800"/>
          </a:lvl1pPr>
          <a:lvl2pPr marL="114300" indent="-114300" algn="ctr">
            <a:defRPr sz="1400"/>
          </a:lvl2pPr>
          <a:lvl3pPr marL="228600" indent="-114300" algn="ctr">
            <a:defRPr sz="1400"/>
          </a:lvl3pPr>
          <a:lvl4pPr marL="342900" indent="-114300" algn="ctr">
            <a:defRPr sz="1400"/>
          </a:lvl4pPr>
          <a:lvl5pPr marL="457200" indent="-114300" algn="ctr">
            <a:defRPr sz="1400"/>
          </a:lvl5pPr>
          <a:lvl6pPr marL="571500" indent="-114300" algn="ctr">
            <a:defRPr sz="1400"/>
          </a:lvl6pPr>
          <a:lvl7pPr marL="685800" indent="-114300" algn="ctr">
            <a:defRPr sz="1400"/>
          </a:lvl7pPr>
          <a:lvl8pPr marL="800100" indent="-114300" algn="ctr">
            <a:defRPr sz="1400"/>
          </a:lvl8pPr>
          <a:lvl9pPr marL="914400" indent="-114300" algn="ctr">
            <a:defRPr sz="1400"/>
          </a:lvl9pPr>
        </a:lstStyle>
        <a:p>
          <a:pPr lvl="0">
            <a:lnSpc>
              <a:spcPct val="100000"/>
            </a:lnSpc>
            <a:spcBef>
              <a:spcPct val="0"/>
            </a:spcBef>
            <a:spcAft>
              <a:spcPct val="35000"/>
            </a:spcAft>
          </a:pPr>
          <a:r>
            <a:rPr lang="en-US" dirty="0">
              <a:latin typeface="Times New Roman" panose="02020603050405020304" pitchFamily="18" charset="0"/>
              <a:cs typeface="Times New Roman" panose="02020603050405020304" pitchFamily="18" charset="0"/>
            </a:rPr>
            <a:t>Review 1</a:t>
          </a:r>
        </a:p>
      </dsp:txBody>
      <dsp:txXfrm>
        <a:off x="2063595" y="405820"/>
        <a:ext cx="1278321" cy="405820"/>
      </dsp:txXfrm>
    </dsp:sp>
    <dsp:sp modelId="{6BCCFBA6-7A43-4631-AD7F-AFB10E1E6CD7}">
      <dsp:nvSpPr>
        <dsp:cNvPr id="10" name="Rectangles 9"/>
        <dsp:cNvSpPr/>
      </dsp:nvSpPr>
      <dsp:spPr bwMode="white">
        <a:xfrm>
          <a:off x="3504181" y="811639"/>
          <a:ext cx="1116055" cy="2637827"/>
        </a:xfrm>
        <a:prstGeom prst="rect">
          <a:avLst/>
        </a:prstGeom>
        <a:noFill/>
        <a:ln>
          <a:noFill/>
        </a:ln>
      </dsp:spPr>
      <dsp:style>
        <a:lnRef idx="0">
          <a:scrgbClr r="0" g="0" b="0"/>
        </a:lnRef>
        <a:fillRef idx="0">
          <a:scrgbClr r="0" g="0" b="0"/>
        </a:fillRef>
        <a:effectRef idx="0">
          <a:scrgbClr r="0" g="0" b="0"/>
        </a:effectRef>
        <a:fontRef idx="minor"/>
      </dsp:style>
      <dsp:txBody>
        <a:bodyPr lIns="206375" tIns="206375" rIns="206375" bIns="206375" anchor="t"/>
        <a:lstStyle>
          <a:lvl1pPr algn="r">
            <a:defRPr sz="6500"/>
          </a:lvl1pPr>
          <a:lvl2pPr marL="285750" indent="-285750" algn="r">
            <a:defRPr sz="5100"/>
          </a:lvl2pPr>
          <a:lvl3pPr marL="571500" indent="-285750" algn="r">
            <a:defRPr sz="5100"/>
          </a:lvl3pPr>
          <a:lvl4pPr marL="857250" indent="-285750" algn="r">
            <a:defRPr sz="5100"/>
          </a:lvl4pPr>
          <a:lvl5pPr marL="1143000" indent="-285750" algn="r">
            <a:defRPr sz="5100"/>
          </a:lvl5pPr>
          <a:lvl6pPr marL="1428750" indent="-285750" algn="r">
            <a:defRPr sz="5100"/>
          </a:lvl6pPr>
          <a:lvl7pPr marL="1714500" indent="-285750" algn="r">
            <a:defRPr sz="5100"/>
          </a:lvl7pPr>
          <a:lvl8pPr marL="2000250" indent="-285750" algn="r">
            <a:defRPr sz="5100"/>
          </a:lvl8pPr>
          <a:lvl9pPr marL="2286000" indent="-285750" algn="r">
            <a:defRPr sz="5100"/>
          </a:lvl9pPr>
        </a:lstStyle>
        <a:p>
          <a:endParaRPr>
            <a:solidFill>
              <a:schemeClr val="tx1"/>
            </a:solidFill>
          </a:endParaRPr>
        </a:p>
      </dsp:txBody>
      <dsp:txXfrm>
        <a:off x="3504181" y="811639"/>
        <a:ext cx="1116055" cy="2637827"/>
      </dsp:txXfrm>
    </dsp:sp>
  </dsp:spTree>
</dsp:drawing>
</file>

<file path=ppt/diagrams/layout1.xml><?xml version="1.0" encoding="utf-8"?>
<dgm:layoutDef xmlns:dgm="http://schemas.openxmlformats.org/drawingml/2006/diagram" xmlns:a="http://schemas.openxmlformats.org/drawingml/2006/main" uniqueId="urn:microsoft.com/office/officeart/2011/layout/InterconnectedBlockProcess">
  <dgm:title val="Interconnected Block Process"/>
  <dgm:desc val="Use to show sequential steps in a process. Works best with small amounts of Level 1 text and medium amounts of Level 2 text."/>
  <dgm:catLst>
    <dgm:cat type="process" pri="5500"/>
    <dgm:cat type="officeonline" pri="35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Lst>
      <dgm:bg/>
      <dgm:whole/>
    </dgm:dataModel>
  </dgm:sampData>
  <dgm:styleData>
    <dgm:dataModel>
      <dgm:ptLst>
        <dgm:pt modelId="0" type="doc"/>
        <dgm:pt modelId="10">
          <dgm:prSet phldr="1"/>
        </dgm:pt>
        <dgm:pt modelId="11">
          <dgm:prSet phldr="1"/>
        </dgm:pt>
        <dgm:pt modelId="20">
          <dgm:prSet phldr="1"/>
        </dgm:pt>
        <dgm:pt modelId="21">
          <dgm:prSet phldr="1"/>
        </dgm:pt>
      </dgm:ptLst>
      <dgm:cxnLst>
        <dgm:cxn modelId="40" srcId="0" destId="10" srcOrd="0" destOrd="0"/>
        <dgm:cxn modelId="12" srcId="10" destId="11" srcOrd="0" destOrd="0"/>
        <dgm:cxn modelId="50" srcId="0" destId="20" srcOrd="1" destOrd="0"/>
        <dgm:cxn modelId="22" srcId="20" destId="21" srcOrd="0" destOrd="0"/>
      </dgm:cxnLst>
      <dgm:bg/>
      <dgm:whole/>
    </dgm:dataModel>
  </dgm:styleData>
  <dgm:clr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 modelId="40">
          <dgm:prSet phldr="1"/>
        </dgm:pt>
        <dgm:pt modelId="4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 modelId="70" srcId="0" destId="40" srcOrd="2" destOrd="0"/>
        <dgm:cxn modelId="42" srcId="40" destId="41" srcOrd="0" destOrd="0"/>
      </dgm:cxnLst>
      <dgm:bg/>
      <dgm:whole/>
    </dgm:dataModel>
  </dgm:clrData>
  <dgm:layoutNode name="Name0">
    <dgm:varLst>
      <dgm:chMax val="7"/>
      <dgm:chPref val="5"/>
      <dgm:dir/>
      <dgm:animOne val="branch"/>
      <dgm:animLvl val="lvl"/>
    </dgm:varLst>
    <dgm:shape xmlns:r="http://schemas.openxmlformats.org/officeDocument/2006/relationships" r:blip="">
      <dgm:adjLst/>
    </dgm:shape>
    <dgm:choose name="Name1">
      <dgm:if name="Name2" func="var" arg="dir" op="equ" val="norm">
        <dgm:choose name="Name3">
          <dgm:if name="Name4" axis="ch" ptType="node" func="cnt" op="equ" val="1">
            <dgm:alg type="composite">
              <dgm:param type="ar" val="0.45"/>
            </dgm:alg>
            <dgm:constrLst>
              <dgm:constr type="primFontSz" for="des" forName="Child1" val="65"/>
              <dgm:constr type="primFontSz" for="des" forName="Parent1" val="65"/>
              <dgm:constr type="primFontSz" for="des" forName="Child1" refType="primFontSz" refFor="des" refForName="Parent1" op="lte"/>
              <dgm:constr type="l" for="ch" forName="ChildAccent1" refType="w" fact="0"/>
              <dgm:constr type="t" for="ch" forName="ChildAccent1" refType="h" fact="0.1429"/>
              <dgm:constr type="w" for="ch" forName="ChildAccent1" refType="w"/>
              <dgm:constr type="h" for="ch" forName="ChildAccent1" refType="h" fact="0.8571"/>
              <dgm:constr type="l" for="ch" forName="Child1" refType="w" fact="0.127"/>
              <dgm:constr type="t" for="ch" forName="Child1" refType="h" fact="0.1429"/>
              <dgm:constr type="w" for="ch" forName="Child1" refType="w" fact="0.873"/>
              <dgm:constr type="h" for="ch" forName="Child1" refType="h" fact="0.8571"/>
              <dgm:constr type="l" for="ch" forName="Parent1" refType="w" fact="0"/>
              <dgm:constr type="t" for="ch" forName="Parent1" refType="h" fact="0"/>
              <dgm:constr type="w" for="ch" forName="Parent1" refType="w"/>
              <dgm:constr type="h" for="ch" forName="Parent1" refType="h" fact="0.1429"/>
            </dgm:constrLst>
          </dgm:if>
          <dgm:if name="Name5" axis="ch" ptType="node" func="cnt" op="equ" val="2">
            <dgm:alg type="composite">
              <dgm:param type="ar" val="0.812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ChildAccent1" refType="w" fact="0"/>
              <dgm:constr type="t" for="ch" forName="ChildAccent1" refType="h" fact="0.1613"/>
              <dgm:constr type="w" for="ch" forName="ChildAccent1" refType="w" fact="0.5"/>
              <dgm:constr type="h" for="ch" forName="ChildAccent1" refType="h" fact="0.7742"/>
              <dgm:constr type="l" for="ch" forName="Child1" refType="w" fact="0.0635"/>
              <dgm:constr type="t" for="ch" forName="Child1" refType="h" fact="0.1613"/>
              <dgm:constr type="w" for="ch" forName="Child1" refType="w" fact="0.4365"/>
              <dgm:constr type="h" for="ch" forName="Child1" refType="h" fact="0.7742"/>
              <dgm:constr type="l" for="ch" forName="Parent1" refType="w" fact="0"/>
              <dgm:constr type="t" for="ch" forName="Parent1" refType="h" fact="0.0323"/>
              <dgm:constr type="w" for="ch" forName="Parent1" refType="w" fact="0.5"/>
              <dgm:constr type="h" for="ch" forName="Parent1" refType="h" fact="0.129"/>
              <dgm:constr type="l" for="ch" forName="ChildAccent2" refType="w" fact="0.5"/>
              <dgm:constr type="t" for="ch" forName="ChildAccent2" refType="h" fact="0.1613"/>
              <dgm:constr type="w" for="ch" forName="ChildAccent2" refType="w" fact="0.5"/>
              <dgm:constr type="h" for="ch" forName="ChildAccent2" refType="h" fact="0.8387"/>
              <dgm:constr type="l" for="ch" forName="Child2" refType="w" fact="0.5635"/>
              <dgm:constr type="t" for="ch" forName="Child2" refType="h" fact="0.1613"/>
              <dgm:constr type="w" for="ch" forName="Child2" refType="w" fact="0.4365"/>
              <dgm:constr type="h" for="ch" forName="Child2" refType="h" fact="0.8387"/>
              <dgm:constr type="l" for="ch" forName="Parent2" refType="w" fact="0.5"/>
              <dgm:constr type="t" for="ch" forName="Parent2" refType="h" fact="0"/>
              <dgm:constr type="w" for="ch" forName="Parent2" refType="w" fact="0.5"/>
              <dgm:constr type="h" for="ch" forName="Parent2" refType="h" fact="0.1613"/>
            </dgm:constrLst>
          </dgm:if>
          <dgm:if name="Name6" axis="ch" ptType="node" func="cnt" op="equ" val="3">
            <dgm:alg type="composite">
              <dgm:param type="ar" val="1.112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ChildAccent1" refType="w" fact="0"/>
              <dgm:constr type="t" for="ch" forName="ChildAccent1" refType="h" fact="0.1757"/>
              <dgm:constr type="w" for="ch" forName="ChildAccent1" refType="w" fact="0.3333"/>
              <dgm:constr type="h" for="ch" forName="ChildAccent1" refType="h" fact="0.7066"/>
              <dgm:constr type="l" for="ch" forName="Child1" refType="w" fact="0.0423"/>
              <dgm:constr type="t" for="ch" forName="Child1" refType="h" fact="0.1757"/>
              <dgm:constr type="w" for="ch" forName="Child1" refType="w" fact="0.291"/>
              <dgm:constr type="h" for="ch" forName="Child1" refType="h" fact="0.7066"/>
              <dgm:constr type="l" for="ch" forName="Parent1" refType="w" fact="0"/>
              <dgm:constr type="t" for="ch" forName="Parent1" refType="h" fact="0.0579"/>
              <dgm:constr type="w" for="ch" forName="Parent1" refType="w" fact="0.3333"/>
              <dgm:constr type="h" for="ch" forName="Parent1" refType="h" fact="0.1178"/>
              <dgm:constr type="l" for="ch" forName="ChildAccent2" refType="w" fact="0.3333"/>
              <dgm:constr type="t" for="ch" forName="ChildAccent2" refType="h" fact="0.1757"/>
              <dgm:constr type="w" for="ch" forName="ChildAccent2" refType="w" fact="0.3333"/>
              <dgm:constr type="h" for="ch" forName="ChildAccent2" refType="h" fact="0.7655"/>
              <dgm:constr type="l" for="ch" forName="Child2" refType="w" fact="0.3756"/>
              <dgm:constr type="t" for="ch" forName="Child2" refType="h" fact="0.1757"/>
              <dgm:constr type="w" for="ch" forName="Child2" refType="w" fact="0.291"/>
              <dgm:constr type="h" for="ch" forName="Child2" refType="h" fact="0.7655"/>
              <dgm:constr type="l" for="ch" forName="Parent2" refType="w" fact="0.3333"/>
              <dgm:constr type="t" for="ch" forName="Parent2" refType="h" fact="0.0285"/>
              <dgm:constr type="w" for="ch" forName="Parent2" refType="w" fact="0.3333"/>
              <dgm:constr type="h" for="ch" forName="Parent2" refType="h" fact="0.1472"/>
              <dgm:constr type="l" for="ch" forName="ChildAccent3" refType="w" fact="0.6667"/>
              <dgm:constr type="t" for="ch" forName="ChildAccent3" refType="h" fact="0.1757"/>
              <dgm:constr type="w" for="ch" forName="ChildAccent3" refType="w" fact="0.3333"/>
              <dgm:constr type="h" for="ch" forName="ChildAccent3" refType="h" fact="0.8243"/>
              <dgm:constr type="l" for="ch" forName="Child3" refType="w" fact="0.709"/>
              <dgm:constr type="t" for="ch" forName="Child3" refType="h" fact="0.1757"/>
              <dgm:constr type="w" for="ch" forName="Child3" refType="w" fact="0.291"/>
              <dgm:constr type="h" for="ch" forName="Child3" refType="h" fact="0.8243"/>
              <dgm:constr type="l" for="ch" forName="Parent3" refType="w" fact="0.6667"/>
              <dgm:constr type="t" for="ch" forName="Parent3" refType="h" fact="0"/>
              <dgm:constr type="w" for="ch" forName="Parent3" refType="w" fact="0.3333"/>
              <dgm:constr type="h" for="ch" forName="Parent3" refType="h" fact="0.176"/>
            </dgm:constrLst>
          </dgm:if>
          <dgm:if name="Name7" axis="ch" ptType="node" func="cnt" op="equ" val="4">
            <dgm:alg type="composite">
              <dgm:param type="ar" val="1.3622"/>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ChildAccent1" refType="w" fact="0"/>
              <dgm:constr type="t" for="ch" forName="ChildAccent1" refType="h" fact="0.1892"/>
              <dgm:constr type="w" for="ch" forName="ChildAccent1" refType="w" fact="0.25"/>
              <dgm:constr type="h" for="ch" forName="ChildAccent1" refType="h" fact="0.6486"/>
              <dgm:constr type="l" for="ch" forName="Child1" refType="w" fact="0.0317"/>
              <dgm:constr type="t" for="ch" forName="Child1" refType="h" fact="0.1892"/>
              <dgm:constr type="w" for="ch" forName="Child1" refType="w" fact="0.2183"/>
              <dgm:constr type="h" for="ch" forName="Child1" refType="h" fact="0.6486"/>
              <dgm:constr type="l" for="ch" forName="Parent1" refType="w" fact="0"/>
              <dgm:constr type="t" for="ch" forName="Parent1" refType="h" fact="0.0811"/>
              <dgm:constr type="w" for="ch" forName="Parent1" refType="w" fact="0.25"/>
              <dgm:constr type="h" for="ch" forName="Parent1" refType="h" fact="0.1081"/>
              <dgm:constr type="l" for="ch" forName="ChildAccent2" refType="w" fact="0.25"/>
              <dgm:constr type="t" for="ch" forName="ChildAccent2" refType="h" fact="0.1892"/>
              <dgm:constr type="w" for="ch" forName="ChildAccent2" refType="w" fact="0.25"/>
              <dgm:constr type="h" for="ch" forName="ChildAccent2" refType="h" fact="0.7027"/>
              <dgm:constr type="l" for="ch" forName="Child2" refType="w" fact="0.2817"/>
              <dgm:constr type="t" for="ch" forName="Child2" refType="h" fact="0.1892"/>
              <dgm:constr type="w" for="ch" forName="Child2" refType="w" fact="0.2183"/>
              <dgm:constr type="h" for="ch" forName="Child2" refType="h" fact="0.7027"/>
              <dgm:constr type="l" for="ch" forName="Parent2" refType="w" fact="0.25"/>
              <dgm:constr type="t" for="ch" forName="Parent2" refType="h" fact="0.0541"/>
              <dgm:constr type="w" for="ch" forName="Parent2" refType="w" fact="0.25"/>
              <dgm:constr type="h" for="ch" forName="Parent2" refType="h" fact="0.1351"/>
              <dgm:constr type="l" for="ch" forName="ChildAccent3" refType="w" fact="0.5"/>
              <dgm:constr type="t" for="ch" forName="ChildAccent3" refType="h" fact="0.1892"/>
              <dgm:constr type="w" for="ch" forName="ChildAccent3" refType="w" fact="0.25"/>
              <dgm:constr type="h" for="ch" forName="ChildAccent3" refType="h" fact="0.7568"/>
              <dgm:constr type="l" for="ch" forName="Child3" refType="w" fact="0.5317"/>
              <dgm:constr type="t" for="ch" forName="Child3" refType="h" fact="0.1892"/>
              <dgm:constr type="w" for="ch" forName="Child3" refType="w" fact="0.2183"/>
              <dgm:constr type="h" for="ch" forName="Child3" refType="h" fact="0.7568"/>
              <dgm:constr type="l" for="ch" forName="Parent3" refType="w" fact="0.5"/>
              <dgm:constr type="t" for="ch" forName="Parent3" refType="h" fact="0.0275"/>
              <dgm:constr type="w" for="ch" forName="Parent3" refType="w" fact="0.25"/>
              <dgm:constr type="h" for="ch" forName="Parent3" refType="h" fact="0.1622"/>
              <dgm:constr type="l" for="ch" forName="ChildAccent4" refType="w" fact="0.75"/>
              <dgm:constr type="t" for="ch" forName="ChildAccent4" refType="h" fact="0.1892"/>
              <dgm:constr type="w" for="ch" forName="ChildAccent4" refType="w" fact="0.25"/>
              <dgm:constr type="h" for="ch" forName="ChildAccent4" refType="h" fact="0.8108"/>
              <dgm:constr type="l" for="ch" forName="Child4" refType="w" fact="0.7817"/>
              <dgm:constr type="t" for="ch" forName="Child4" refType="h" fact="0.1892"/>
              <dgm:constr type="w" for="ch" forName="Child4" refType="w" fact="0.2183"/>
              <dgm:constr type="h" for="ch" forName="Child4" refType="h" fact="0.8108"/>
              <dgm:constr type="l" for="ch" forName="Parent4" refType="w" fact="0.75"/>
              <dgm:constr type="t" for="ch" forName="Parent4" refType="h" fact="0"/>
              <dgm:constr type="w" for="ch" forName="Parent4" refType="w" fact="0.25"/>
              <dgm:constr type="h" for="ch" forName="Parent4" refType="h" fact="0.1892"/>
            </dgm:constrLst>
          </dgm:if>
          <dgm:if name="Name8" axis="ch" ptType="node" func="cnt" op="equ" val="5">
            <dgm:alg type="composite">
              <dgm:param type="ar" val="1.5742"/>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ChildAccent1" refType="w" fact="0"/>
              <dgm:constr type="t" for="ch" forName="ChildAccent1" refType="h" fact="0.2"/>
              <dgm:constr type="w" for="ch" forName="ChildAccent1" refType="w" fact="0.2001"/>
              <dgm:constr type="h" for="ch" forName="ChildAccent1" refType="h" fact="0.6"/>
              <dgm:constr type="l" for="ch" forName="Child1" refType="w" fact="0.0254"/>
              <dgm:constr type="t" for="ch" forName="Child1" refType="h" fact="0.2"/>
              <dgm:constr type="w" for="ch" forName="Child1" refType="w" fact="0.1747"/>
              <dgm:constr type="h" for="ch" forName="Child1" refType="h" fact="0.6"/>
              <dgm:constr type="l" for="ch" forName="Parent1" refType="w" fact="0"/>
              <dgm:constr type="t" for="ch" forName="Parent1" refType="h" fact="0.1"/>
              <dgm:constr type="w" for="ch" forName="Parent1" refType="w" fact="0.2001"/>
              <dgm:constr type="h" for="ch" forName="Parent1" refType="h" fact="0.1"/>
              <dgm:constr type="l" for="ch" forName="ChildAccent2" refType="w" fact="0.2001"/>
              <dgm:constr type="t" for="ch" forName="ChildAccent2" refType="h" fact="0.2"/>
              <dgm:constr type="w" for="ch" forName="ChildAccent2" refType="w" fact="0.2001"/>
              <dgm:constr type="h" for="ch" forName="ChildAccent2" refType="h" fact="0.65"/>
              <dgm:constr type="l" for="ch" forName="Child2" refType="w" fact="0.2255"/>
              <dgm:constr type="t" for="ch" forName="Child2" refType="h" fact="0.2"/>
              <dgm:constr type="w" for="ch" forName="Child2" refType="w" fact="0.1747"/>
              <dgm:constr type="h" for="ch" forName="Child2" refType="h" fact="0.65"/>
              <dgm:constr type="l" for="ch" forName="Parent2" refType="w" fact="0.2001"/>
              <dgm:constr type="t" for="ch" forName="Parent2" refType="h" fact="0.075"/>
              <dgm:constr type="w" for="ch" forName="Parent2" refType="w" fact="0.2001"/>
              <dgm:constr type="h" for="ch" forName="Parent2" refType="h" fact="0.125"/>
              <dgm:constr type="l" for="ch" forName="ChildAccent3" refType="w" fact="0.4002"/>
              <dgm:constr type="t" for="ch" forName="ChildAccent3" refType="h" fact="0.2"/>
              <dgm:constr type="w" for="ch" forName="ChildAccent3" refType="w" fact="0.2001"/>
              <dgm:constr type="h" for="ch" forName="ChildAccent3" refType="h" fact="0.7"/>
              <dgm:constr type="l" for="ch" forName="Child3" refType="w" fact="0.4256"/>
              <dgm:constr type="t" for="ch" forName="Child3" refType="h" fact="0.2"/>
              <dgm:constr type="w" for="ch" forName="Child3" refType="w" fact="0.1747"/>
              <dgm:constr type="h" for="ch" forName="Child3" refType="h" fact="0.7"/>
              <dgm:constr type="l" for="ch" forName="Parent3" refType="w" fact="0.4002"/>
              <dgm:constr type="t" for="ch" forName="Parent3" refType="h" fact="0.0508"/>
              <dgm:constr type="w" for="ch" forName="Parent3" refType="w" fact="0.2001"/>
              <dgm:constr type="h" for="ch" forName="Parent3" refType="h" fact="0.15"/>
              <dgm:constr type="l" for="ch" forName="ChildAccent4" refType="w" fact="0.6003"/>
              <dgm:constr type="t" for="ch" forName="ChildAccent4" refType="h" fact="0.2"/>
              <dgm:constr type="w" for="ch" forName="ChildAccent4" refType="w" fact="0.2001"/>
              <dgm:constr type="h" for="ch" forName="ChildAccent4" refType="h" fact="0.75"/>
              <dgm:constr type="l" for="ch" forName="Child4" refType="w" fact="0.6257"/>
              <dgm:constr type="t" for="ch" forName="Child4" refType="h" fact="0.2"/>
              <dgm:constr type="w" for="ch" forName="Child4" refType="w" fact="0.1747"/>
              <dgm:constr type="h" for="ch" forName="Child4" refType="h" fact="0.75"/>
              <dgm:constr type="l" for="ch" forName="Parent4" refType="w" fact="0.6003"/>
              <dgm:constr type="t" for="ch" forName="Parent4" refType="h" fact="0.025"/>
              <dgm:constr type="w" for="ch" forName="Parent4" refType="w" fact="0.2001"/>
              <dgm:constr type="h" for="ch" forName="Parent4" refType="h" fact="0.175"/>
              <dgm:constr type="l" for="ch" forName="ChildAccent5" refType="w" fact="0.7999"/>
              <dgm:constr type="t" for="ch" forName="ChildAccent5" refType="h" fact="0.2"/>
              <dgm:constr type="w" for="ch" forName="ChildAccent5" refType="w" fact="0.2001"/>
              <dgm:constr type="h" for="ch" forName="ChildAccent5" refType="h" fact="0.8"/>
              <dgm:constr type="l" for="ch" forName="Child5" refType="w" fact="0.8253"/>
              <dgm:constr type="t" for="ch" forName="Child5" refType="h" fact="0.2"/>
              <dgm:constr type="w" for="ch" forName="Child5" refType="w" fact="0.1747"/>
              <dgm:constr type="h" for="ch" forName="Child5" refType="h" fact="0.8"/>
              <dgm:constr type="l" for="ch" forName="Parent5" refType="w" fact="0.7999"/>
              <dgm:constr type="t" for="ch" forName="Parent5" refType="h" fact="0"/>
              <dgm:constr type="w" for="ch" forName="Parent5" refType="w" fact="0.2001"/>
              <dgm:constr type="h" for="ch" forName="Parent5" refType="h" fact="0.2"/>
            </dgm:constrLst>
          </dgm:if>
          <dgm:if name="Name9" axis="ch" ptType="node" func="cnt" op="equ" val="6">
            <dgm:alg type="composite">
              <dgm:param type="ar" val="1.756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ChildAccent1" refType="w" fact="0"/>
              <dgm:constr type="t" for="ch" forName="ChildAccent1" refType="h" fact="0.2087"/>
              <dgm:constr type="w" for="ch" forName="ChildAccent1" refType="w" fact="0.167"/>
              <dgm:constr type="h" for="ch" forName="ChildAccent1" refType="h" fact="0.5586"/>
              <dgm:constr type="l" for="ch" forName="Child1" refType="w" fact="0.0212"/>
              <dgm:constr type="t" for="ch" forName="Child1" refType="h" fact="0.2087"/>
              <dgm:constr type="w" for="ch" forName="Child1" refType="w" fact="0.1458"/>
              <dgm:constr type="h" for="ch" forName="Child1" refType="h" fact="0.5586"/>
              <dgm:constr type="l" for="ch" forName="Parent1" refType="w" fact="0"/>
              <dgm:constr type="t" for="ch" forName="Parent1" refType="h" fact="0.1156"/>
              <dgm:constr type="w" for="ch" forName="Parent1" refType="w" fact="0.167"/>
              <dgm:constr type="h" for="ch" forName="Parent1" refType="h" fact="0.0931"/>
              <dgm:constr type="l" for="ch" forName="ChildAccent2" refType="w" fact="0.167"/>
              <dgm:constr type="t" for="ch" forName="ChildAccent2" refType="h" fact="0.2087"/>
              <dgm:constr type="w" for="ch" forName="ChildAccent2" refType="w" fact="0.167"/>
              <dgm:constr type="h" for="ch" forName="ChildAccent2" refType="h" fact="0.6051"/>
              <dgm:constr type="l" for="ch" forName="Child2" refType="w" fact="0.1888"/>
              <dgm:constr type="t" for="ch" forName="Child2" refType="h" fact="0.2087"/>
              <dgm:constr type="w" for="ch" forName="Child2" refType="w" fact="0.1458"/>
              <dgm:constr type="h" for="ch" forName="Child2" refType="h" fact="0.6051"/>
              <dgm:constr type="l" for="ch" forName="Parent2" refType="w" fact="0.167"/>
              <dgm:constr type="t" for="ch" forName="Parent2" refType="h" fact="0.0923"/>
              <dgm:constr type="w" for="ch" forName="Parent2" refType="w" fact="0.167"/>
              <dgm:constr type="h" for="ch" forName="Parent2" refType="h" fact="0.1164"/>
              <dgm:constr type="l" for="ch" forName="ChildAccent3" refType="w" fact="0.3339"/>
              <dgm:constr type="t" for="ch" forName="ChildAccent3" refType="h" fact="0.2087"/>
              <dgm:constr type="w" for="ch" forName="ChildAccent3" refType="w" fact="0.167"/>
              <dgm:constr type="h" for="ch" forName="ChildAccent3" refType="h" fact="0.6517"/>
              <dgm:constr type="l" for="ch" forName="Child3" refType="w" fact="0.3551"/>
              <dgm:constr type="t" for="ch" forName="Child3" refType="h" fact="0.2087"/>
              <dgm:constr type="w" for="ch" forName="Child3" refType="w" fact="0.1458"/>
              <dgm:constr type="h" for="ch" forName="Child3" refType="h" fact="0.6517"/>
              <dgm:constr type="l" for="ch" forName="Parent3" refType="w" fact="0.3339"/>
              <dgm:constr type="t" for="ch" forName="Parent3" refType="h" fact="0.0698"/>
              <dgm:constr type="w" for="ch" forName="Parent3" refType="w" fact="0.167"/>
              <dgm:constr type="h" for="ch" forName="Parent3" refType="h" fact="0.1396"/>
              <dgm:constr type="l" for="ch" forName="ChildAccent4" refType="w" fact="0.5009"/>
              <dgm:constr type="t" for="ch" forName="ChildAccent4" refType="h" fact="0.2087"/>
              <dgm:constr type="w" for="ch" forName="ChildAccent4" refType="w" fact="0.167"/>
              <dgm:constr type="h" for="ch" forName="ChildAccent4" refType="h" fact="0.6982"/>
              <dgm:constr type="l" for="ch" forName="Child4" refType="w" fact="0.5221"/>
              <dgm:constr type="t" for="ch" forName="Child4" refType="h" fact="0.2087"/>
              <dgm:constr type="w" for="ch" forName="Child4" refType="w" fact="0.1458"/>
              <dgm:constr type="h" for="ch" forName="Child4" refType="h" fact="0.6982"/>
              <dgm:constr type="l" for="ch" forName="Parent4" refType="w" fact="0.501"/>
              <dgm:constr type="t" for="ch" forName="Parent4" refType="h" fact="0.0458"/>
              <dgm:constr type="w" for="ch" forName="Parent4" refType="w" fact="0.167"/>
              <dgm:constr type="h" for="ch" forName="Parent4" refType="h" fact="0.1629"/>
              <dgm:constr type="l" for="ch" forName="ChildAccent5" refType="w" fact="0.6674"/>
              <dgm:constr type="t" for="ch" forName="ChildAccent5" refType="h" fact="0.2087"/>
              <dgm:constr type="w" for="ch" forName="ChildAccent5" refType="w" fact="0.167"/>
              <dgm:constr type="h" for="ch" forName="ChildAccent5" refType="h" fact="0.7448"/>
              <dgm:constr type="l" for="ch" forName="Child5" refType="w" fact="0.6886"/>
              <dgm:constr type="t" for="ch" forName="Child5" refType="h" fact="0.2087"/>
              <dgm:constr type="w" for="ch" forName="Child5" refType="w" fact="0.1458"/>
              <dgm:constr type="h" for="ch" forName="Child5" refType="h" fact="0.7448"/>
              <dgm:constr type="l" for="ch" forName="Parent5" refType="w" fact="0.668"/>
              <dgm:constr type="t" for="ch" forName="Parent5" refType="h" fact="0.0225"/>
              <dgm:constr type="w" for="ch" forName="Parent5" refType="w" fact="0.167"/>
              <dgm:constr type="h" for="ch" forName="Parent5" refType="h" fact="0.1862"/>
              <dgm:constr type="l" for="ch" forName="ChildAccent6" refType="w" fact="0.833"/>
              <dgm:constr type="t" for="ch" forName="ChildAccent6" refType="h" fact="0.2087"/>
              <dgm:constr type="w" for="ch" forName="ChildAccent6" refType="w" fact="0.167"/>
              <dgm:constr type="h" for="ch" forName="ChildAccent6" refType="h" fact="0.7913"/>
              <dgm:constr type="l" for="ch" forName="Child6" refType="w" fact="0.8542"/>
              <dgm:constr type="t" for="ch" forName="Child6" refType="h" fact="0.2087"/>
              <dgm:constr type="w" for="ch" forName="Child6" refType="w" fact="0.1458"/>
              <dgm:constr type="h" for="ch" forName="Child6" refType="h" fact="0.7913"/>
              <dgm:constr type="l" for="ch" forName="Parent6" refType="w" fact="0.835"/>
              <dgm:constr type="t" for="ch" forName="Parent6" refType="h" fact="0"/>
              <dgm:constr type="w" for="ch" forName="Parent6" refType="w" fact="0.165"/>
              <dgm:constr type="h" for="ch" forName="Parent6" refType="h" fact="0.2095"/>
            </dgm:constrLst>
          </dgm:if>
          <dgm:else name="Name10">
            <dgm:alg type="composite">
              <dgm:param type="ar" val="1.9137"/>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ChildAccent1" refType="w" fact="0"/>
              <dgm:constr type="t" for="ch" forName="ChildAccent1" refType="h" fact="0.2168"/>
              <dgm:constr type="w" for="ch" forName="ChildAccent1" refType="w" fact="0.1432"/>
              <dgm:constr type="h" for="ch" forName="ChildAccent1" refType="h" fact="0.5221"/>
              <dgm:constr type="l" for="ch" forName="Child1" refType="w" fact="0.0182"/>
              <dgm:constr type="t" for="ch" forName="Child1" refType="h" fact="0.2168"/>
              <dgm:constr type="w" for="ch" forName="Child1" refType="w" fact="0.125"/>
              <dgm:constr type="h" for="ch" forName="Child1" refType="h" fact="0.5221"/>
              <dgm:constr type="l" for="ch" forName="Parent1" refType="w" fact="0"/>
              <dgm:constr type="t" for="ch" forName="Parent1" refType="h" fact="0.1298"/>
              <dgm:constr type="w" for="ch" forName="Parent1" refType="w" fact="0.1432"/>
              <dgm:constr type="h" for="ch" forName="Parent1" refType="h" fact="0.087"/>
              <dgm:constr type="l" for="ch" forName="ChildAccent2" refType="w" fact="0.1432"/>
              <dgm:constr type="t" for="ch" forName="ChildAccent2" refType="h" fact="0.2168"/>
              <dgm:constr type="w" for="ch" forName="ChildAccent2" refType="w" fact="0.1432"/>
              <dgm:constr type="h" for="ch" forName="ChildAccent2" refType="h" fact="0.5656"/>
              <dgm:constr type="l" for="ch" forName="Child2" refType="w" fact="0.1614"/>
              <dgm:constr type="t" for="ch" forName="Child2" refType="h" fact="0.2168"/>
              <dgm:constr type="w" for="ch" forName="Child2" refType="w" fact="0.125"/>
              <dgm:constr type="h" for="ch" forName="Child2" refType="h" fact="0.5656"/>
              <dgm:constr type="l" for="ch" forName="Parent2" refType="w" fact="0.1432"/>
              <dgm:constr type="t" for="ch" forName="Parent2" refType="h" fact="0.108"/>
              <dgm:constr type="w" for="ch" forName="Parent2" refType="w" fact="0.1432"/>
              <dgm:constr type="h" for="ch" forName="Parent2" refType="h" fact="0.1088"/>
              <dgm:constr type="l" for="ch" forName="ChildAccent3" refType="w" fact="0.2865"/>
              <dgm:constr type="t" for="ch" forName="ChildAccent3" refType="h" fact="0.2168"/>
              <dgm:constr type="w" for="ch" forName="ChildAccent3" refType="w" fact="0.1432"/>
              <dgm:constr type="h" for="ch" forName="ChildAccent3" refType="h" fact="0.6091"/>
              <dgm:constr type="l" for="ch" forName="Child3" refType="w" fact="0.3047"/>
              <dgm:constr type="t" for="ch" forName="Child3" refType="h" fact="0.2168"/>
              <dgm:constr type="w" for="ch" forName="Child3" refType="w" fact="0.125"/>
              <dgm:constr type="h" for="ch" forName="Child3" refType="h" fact="0.6091"/>
              <dgm:constr type="l" for="ch" forName="Parent3" refType="w" fact="0.2865"/>
              <dgm:constr type="t" for="ch" forName="Parent3" refType="h" fact="0.087"/>
              <dgm:constr type="w" for="ch" forName="Parent3" refType="w" fact="0.1432"/>
              <dgm:constr type="h" for="ch" forName="Parent3" refType="h" fact="0.1305"/>
              <dgm:constr type="l" for="ch" forName="ChildAccent4" refType="w" fact="0.4297"/>
              <dgm:constr type="t" for="ch" forName="ChildAccent4" refType="h" fact="0.2168"/>
              <dgm:constr type="w" for="ch" forName="ChildAccent4" refType="w" fact="0.1432"/>
              <dgm:constr type="h" for="ch" forName="ChildAccent4" refType="h" fact="0.6526"/>
              <dgm:constr type="l" for="ch" forName="Child4" refType="w" fact="0.4479"/>
              <dgm:constr type="t" for="ch" forName="Child4" refType="h" fact="0.2168"/>
              <dgm:constr type="w" for="ch" forName="Child4" refType="w" fact="0.125"/>
              <dgm:constr type="h" for="ch" forName="Child4" refType="h" fact="0.6526"/>
              <dgm:constr type="l" for="ch" forName="Parent4" refType="w" fact="0.4297"/>
              <dgm:constr type="t" for="ch" forName="Parent4" refType="h" fact="0.0645"/>
              <dgm:constr type="w" for="ch" forName="Parent4" refType="w" fact="0.1432"/>
              <dgm:constr type="h" for="ch" forName="Parent4" refType="h" fact="0.1523"/>
              <dgm:constr type="l" for="ch" forName="ChildAccent5" refType="w" fact="0.5726"/>
              <dgm:constr type="t" for="ch" forName="ChildAccent5" refType="h" fact="0.2168"/>
              <dgm:constr type="w" for="ch" forName="ChildAccent5" refType="w" fact="0.1432"/>
              <dgm:constr type="h" for="ch" forName="ChildAccent5" refType="h" fact="0.6962"/>
              <dgm:constr type="l" for="ch" forName="Child5" refType="w" fact="0.5908"/>
              <dgm:constr type="t" for="ch" forName="Child5" refType="h" fact="0.2168"/>
              <dgm:constr type="w" for="ch" forName="Child5" refType="w" fact="0.125"/>
              <dgm:constr type="h" for="ch" forName="Child5" refType="h" fact="0.6962"/>
              <dgm:constr type="l" for="ch" forName="Parent5" refType="w" fact="0.5726"/>
              <dgm:constr type="t" for="ch" forName="Parent5" refType="h" fact="0.0428"/>
              <dgm:constr type="w" for="ch" forName="Parent5" refType="w" fact="0.1432"/>
              <dgm:constr type="h" for="ch" forName="Parent5" refType="h" fact="0.174"/>
              <dgm:constr type="l" for="ch" forName="ChildAccent6" refType="w" fact="0.7147"/>
              <dgm:constr type="t" for="ch" forName="ChildAccent6" refType="h" fact="0.2168"/>
              <dgm:constr type="w" for="ch" forName="ChildAccent6" refType="w" fact="0.1432"/>
              <dgm:constr type="h" for="ch" forName="ChildAccent6" refType="h" fact="0.7397"/>
              <dgm:constr type="l" for="ch" forName="Child6" refType="w" fact="0.7329"/>
              <dgm:constr type="t" for="ch" forName="Child6" refType="h" fact="0.2168"/>
              <dgm:constr type="w" for="ch" forName="Child6" refType="w" fact="0.125"/>
              <dgm:constr type="h" for="ch" forName="Child6" refType="h" fact="0.7397"/>
              <dgm:constr type="l" for="ch" forName="Parent6" refType="w" fact="0.716"/>
              <dgm:constr type="t" for="ch" forName="Parent6" refType="h" fact="0.0217"/>
              <dgm:constr type="w" for="ch" forName="Parent6" refType="w" fact="0.1424"/>
              <dgm:constr type="h" for="ch" forName="Parent6" refType="h" fact="0.1958"/>
              <dgm:constr type="l" for="ch" forName="ChildAccent7" refType="w" fact="0.8568"/>
              <dgm:constr type="t" for="ch" forName="ChildAccent7" refType="h" fact="0.2168"/>
              <dgm:constr type="w" for="ch" forName="ChildAccent7" refType="w" fact="0.1432"/>
              <dgm:constr type="h" for="ch" forName="ChildAccent7" refType="h" fact="0.7832"/>
              <dgm:constr type="l" for="ch" forName="Child7" refType="w" fact="0.875"/>
              <dgm:constr type="t" for="ch" forName="Child7" refType="h" fact="0.2168"/>
              <dgm:constr type="w" for="ch" forName="Child7" refType="w" fact="0.125"/>
              <dgm:constr type="h" for="ch" forName="Child7" refType="h" fact="0.7832"/>
              <dgm:constr type="l" for="ch" forName="Parent7" refType="w" fact="0.8577"/>
              <dgm:constr type="t" for="ch" forName="Parent7" refType="h" fact="0"/>
              <dgm:constr type="w" for="ch" forName="Parent7" refType="w" fact="0.1423"/>
              <dgm:constr type="h" for="ch" forName="Parent7" refType="h" fact="0.2175"/>
            </dgm:constrLst>
          </dgm:else>
        </dgm:choose>
      </dgm:if>
      <dgm:else name="Name11">
        <dgm:choose name="Name12">
          <dgm:if name="Name13" axis="ch" ptType="node" func="cnt" op="equ" val="1">
            <dgm:alg type="composite">
              <dgm:param type="ar" val="0.45"/>
            </dgm:alg>
            <dgm:constrLst>
              <dgm:constr type="primFontSz" for="des" forName="Child1" val="65"/>
              <dgm:constr type="primFontSz" for="des" forName="Parent1" val="65"/>
              <dgm:constr type="primFontSz" for="des" forName="Child1" refType="primFontSz" refFor="des" refForName="Parent1" op="lte"/>
              <dgm:constr type="l" for="ch" forName="ChildAccent1" refType="w" fact="0"/>
              <dgm:constr type="t" for="ch" forName="ChildAccent1" refType="h" fact="0.1429"/>
              <dgm:constr type="w" for="ch" forName="ChildAccent1" refType="w"/>
              <dgm:constr type="h" for="ch" forName="ChildAccent1" refType="h" fact="0.8571"/>
              <dgm:constr type="l" for="ch" forName="Child1" refType="w" fact="0"/>
              <dgm:constr type="t" for="ch" forName="Child1" refType="h" fact="0.1429"/>
              <dgm:constr type="w" for="ch" forName="Child1" refType="w" fact="0.873"/>
              <dgm:constr type="h" for="ch" forName="Child1" refType="h" fact="0.8571"/>
              <dgm:constr type="l" for="ch" forName="Parent1" refType="w" fact="0"/>
              <dgm:constr type="t" for="ch" forName="Parent1" refType="h" fact="0"/>
              <dgm:constr type="w" for="ch" forName="Parent1" refType="w"/>
              <dgm:constr type="h" for="ch" forName="Parent1" refType="h" fact="0.1429"/>
            </dgm:constrLst>
          </dgm:if>
          <dgm:if name="Name14" axis="ch" ptType="node" func="cnt" op="equ" val="2">
            <dgm:alg type="composite">
              <dgm:param type="ar" val="0.812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Child2" refType="w" fact="0"/>
              <dgm:constr type="t" for="ch" forName="Child2" refType="h" fact="0.1613"/>
              <dgm:constr type="w" for="ch" forName="Child2" refType="w" fact="0.4365"/>
              <dgm:constr type="h" for="ch" forName="Child2" refType="h" fact="0.8387"/>
              <dgm:constr type="l" for="ch" forName="Child1" refType="w" fact="0.5"/>
              <dgm:constr type="t" for="ch" forName="Child1" refType="h" fact="0.1613"/>
              <dgm:constr type="w" for="ch" forName="Child1" refType="w" fact="0.4365"/>
              <dgm:constr type="h" for="ch" forName="Child1" refType="h" fact="0.7742"/>
              <dgm:constr type="l" for="ch" forName="ChildAccent1" refType="w" fact="0.5"/>
              <dgm:constr type="t" for="ch" forName="ChildAccent1" refType="h" fact="0.1613"/>
              <dgm:constr type="w" for="ch" forName="ChildAccent1" refType="w" fact="0.5"/>
              <dgm:constr type="h" for="ch" forName="ChildAccent1" refType="h" fact="0.7742"/>
              <dgm:constr type="l" for="ch" forName="Parent1" refType="w" fact="0.5"/>
              <dgm:constr type="t" for="ch" forName="Parent1" refType="h" fact="0.0323"/>
              <dgm:constr type="w" for="ch" forName="Parent1" refType="w" fact="0.5"/>
              <dgm:constr type="h" for="ch" forName="Parent1" refType="h" fact="0.129"/>
              <dgm:constr type="l" for="ch" forName="ChildAccent2" refType="w" fact="0"/>
              <dgm:constr type="t" for="ch" forName="ChildAccent2" refType="h" fact="0.1613"/>
              <dgm:constr type="w" for="ch" forName="ChildAccent2" refType="w" fact="0.5"/>
              <dgm:constr type="h" for="ch" forName="ChildAccent2" refType="h" fact="0.8387"/>
              <dgm:constr type="l" for="ch" forName="Parent2" refType="w" fact="0"/>
              <dgm:constr type="t" for="ch" forName="Parent2" refType="h" fact="0"/>
              <dgm:constr type="w" for="ch" forName="Parent2" refType="w" fact="0.5"/>
              <dgm:constr type="h" for="ch" forName="Parent2" refType="h" fact="0.1613"/>
            </dgm:constrLst>
          </dgm:if>
          <dgm:if name="Name15" axis="ch" ptType="node" func="cnt" op="equ" val="3">
            <dgm:alg type="composite">
              <dgm:param type="ar" val="1.112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Child3" refType="w" fact="0"/>
              <dgm:constr type="t" for="ch" forName="Child3" refType="h" fact="0.1757"/>
              <dgm:constr type="w" for="ch" forName="Child3" refType="w" fact="0.291"/>
              <dgm:constr type="h" for="ch" forName="Child3" refType="h" fact="0.8243"/>
              <dgm:constr type="l" for="ch" forName="Child2" refType="w" fact="0.3333"/>
              <dgm:constr type="t" for="ch" forName="Child2" refType="h" fact="0.1757"/>
              <dgm:constr type="w" for="ch" forName="Child2" refType="w" fact="0.291"/>
              <dgm:constr type="h" for="ch" forName="Child2" refType="h" fact="0.7655"/>
              <dgm:constr type="l" for="ch" forName="Child1" refType="w" fact="0.6667"/>
              <dgm:constr type="t" for="ch" forName="Child1" refType="h" fact="0.1757"/>
              <dgm:constr type="w" for="ch" forName="Child1" refType="w" fact="0.291"/>
              <dgm:constr type="h" for="ch" forName="Child1" refType="h" fact="0.7066"/>
              <dgm:constr type="l" for="ch" forName="ChildAccent1" refType="w" fact="0.6667"/>
              <dgm:constr type="t" for="ch" forName="ChildAccent1" refType="h" fact="0.1757"/>
              <dgm:constr type="w" for="ch" forName="ChildAccent1" refType="w" fact="0.3333"/>
              <dgm:constr type="h" for="ch" forName="ChildAccent1" refType="h" fact="0.7066"/>
              <dgm:constr type="l" for="ch" forName="Parent1" refType="w" fact="0.6667"/>
              <dgm:constr type="t" for="ch" forName="Parent1" refType="h" fact="0.0579"/>
              <dgm:constr type="w" for="ch" forName="Parent1" refType="w" fact="0.3333"/>
              <dgm:constr type="h" for="ch" forName="Parent1" refType="h" fact="0.1178"/>
              <dgm:constr type="l" for="ch" forName="ChildAccent2" refType="w" fact="0.3333"/>
              <dgm:constr type="t" for="ch" forName="ChildAccent2" refType="h" fact="0.1757"/>
              <dgm:constr type="w" for="ch" forName="ChildAccent2" refType="w" fact="0.3333"/>
              <dgm:constr type="h" for="ch" forName="ChildAccent2" refType="h" fact="0.7655"/>
              <dgm:constr type="l" for="ch" forName="Parent2" refType="w" fact="0.3333"/>
              <dgm:constr type="t" for="ch" forName="Parent2" refType="h" fact="0.0285"/>
              <dgm:constr type="w" for="ch" forName="Parent2" refType="w" fact="0.3333"/>
              <dgm:constr type="h" for="ch" forName="Parent2" refType="h" fact="0.1472"/>
              <dgm:constr type="l" for="ch" forName="ChildAccent3" refType="w" fact="0"/>
              <dgm:constr type="t" for="ch" forName="ChildAccent3" refType="h" fact="0.1757"/>
              <dgm:constr type="w" for="ch" forName="ChildAccent3" refType="w" fact="0.3333"/>
              <dgm:constr type="h" for="ch" forName="ChildAccent3" refType="h" fact="0.8243"/>
              <dgm:constr type="l" for="ch" forName="Parent3" refType="w" fact="0"/>
              <dgm:constr type="t" for="ch" forName="Parent3" refType="h" fact="0"/>
              <dgm:constr type="w" for="ch" forName="Parent3" refType="w" fact="0.3333"/>
              <dgm:constr type="h" for="ch" forName="Parent3" refType="h" fact="0.176"/>
            </dgm:constrLst>
          </dgm:if>
          <dgm:if name="Name16" axis="ch" ptType="node" func="cnt" op="equ" val="4">
            <dgm:alg type="composite">
              <dgm:param type="ar" val="1.3622"/>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Child4" refType="w" fact="0"/>
              <dgm:constr type="t" for="ch" forName="Child4" refType="h" fact="0.1892"/>
              <dgm:constr type="w" for="ch" forName="Child4" refType="w" fact="0.2183"/>
              <dgm:constr type="h" for="ch" forName="Child4" refType="h" fact="0.8108"/>
              <dgm:constr type="l" for="ch" forName="Child3" refType="w" fact="0.25"/>
              <dgm:constr type="t" for="ch" forName="Child3" refType="h" fact="0.1892"/>
              <dgm:constr type="w" for="ch" forName="Child3" refType="w" fact="0.2183"/>
              <dgm:constr type="h" for="ch" forName="Child3" refType="h" fact="0.7568"/>
              <dgm:constr type="l" for="ch" forName="Child2" refType="w" fact="0.5"/>
              <dgm:constr type="t" for="ch" forName="Child2" refType="h" fact="0.1892"/>
              <dgm:constr type="w" for="ch" forName="Child2" refType="w" fact="0.2183"/>
              <dgm:constr type="h" for="ch" forName="Child2" refType="h" fact="0.7027"/>
              <dgm:constr type="l" for="ch" forName="Child1" refType="w" fact="0.75"/>
              <dgm:constr type="t" for="ch" forName="Child1" refType="h" fact="0.1892"/>
              <dgm:constr type="w" for="ch" forName="Child1" refType="w" fact="0.2183"/>
              <dgm:constr type="h" for="ch" forName="Child1" refType="h" fact="0.6486"/>
              <dgm:constr type="l" for="ch" forName="ChildAccent1" refType="w" fact="0.75"/>
              <dgm:constr type="t" for="ch" forName="ChildAccent1" refType="h" fact="0.1892"/>
              <dgm:constr type="w" for="ch" forName="ChildAccent1" refType="w" fact="0.25"/>
              <dgm:constr type="h" for="ch" forName="ChildAccent1" refType="h" fact="0.6486"/>
              <dgm:constr type="l" for="ch" forName="Parent1" refType="w" fact="0.75"/>
              <dgm:constr type="t" for="ch" forName="Parent1" refType="h" fact="0.0811"/>
              <dgm:constr type="w" for="ch" forName="Parent1" refType="w" fact="0.25"/>
              <dgm:constr type="h" for="ch" forName="Parent1" refType="h" fact="0.1081"/>
              <dgm:constr type="l" for="ch" forName="ChildAccent2" refType="w" fact="0.5"/>
              <dgm:constr type="t" for="ch" forName="ChildAccent2" refType="h" fact="0.1892"/>
              <dgm:constr type="w" for="ch" forName="ChildAccent2" refType="w" fact="0.25"/>
              <dgm:constr type="h" for="ch" forName="ChildAccent2" refType="h" fact="0.7027"/>
              <dgm:constr type="l" for="ch" forName="Parent2" refType="w" fact="0.5"/>
              <dgm:constr type="t" for="ch" forName="Parent2" refType="h" fact="0.0541"/>
              <dgm:constr type="w" for="ch" forName="Parent2" refType="w" fact="0.25"/>
              <dgm:constr type="h" for="ch" forName="Parent2" refType="h" fact="0.1351"/>
              <dgm:constr type="l" for="ch" forName="ChildAccent3" refType="w" fact="0.25"/>
              <dgm:constr type="t" for="ch" forName="ChildAccent3" refType="h" fact="0.1892"/>
              <dgm:constr type="w" for="ch" forName="ChildAccent3" refType="w" fact="0.25"/>
              <dgm:constr type="h" for="ch" forName="ChildAccent3" refType="h" fact="0.7568"/>
              <dgm:constr type="l" for="ch" forName="Parent3" refType="w" fact="0.25"/>
              <dgm:constr type="t" for="ch" forName="Parent3" refType="h" fact="0.0279"/>
              <dgm:constr type="w" for="ch" forName="Parent3" refType="w" fact="0.25"/>
              <dgm:constr type="h" for="ch" forName="Parent3" refType="h" fact="0.161"/>
              <dgm:constr type="l" for="ch" forName="ChildAccent4" refType="w" fact="0"/>
              <dgm:constr type="t" for="ch" forName="ChildAccent4" refType="h" fact="0.1892"/>
              <dgm:constr type="w" for="ch" forName="ChildAccent4" refType="w" fact="0.25"/>
              <dgm:constr type="h" for="ch" forName="ChildAccent4" refType="h" fact="0.8108"/>
              <dgm:constr type="l" for="ch" forName="Parent4" refType="w" fact="0"/>
              <dgm:constr type="t" for="ch" forName="Parent4" refType="h" fact="0"/>
              <dgm:constr type="w" for="ch" forName="Parent4" refType="w" fact="0.25"/>
              <dgm:constr type="h" for="ch" forName="Parent4" refType="h" fact="0.1892"/>
            </dgm:constrLst>
          </dgm:if>
          <dgm:if name="Name17" axis="ch" ptType="node" func="cnt" op="equ" val="5">
            <dgm:alg type="composite">
              <dgm:param type="ar" val="1.5742"/>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Child5" refType="w" fact="0"/>
              <dgm:constr type="t" for="ch" forName="Child5" refType="h" fact="0.2"/>
              <dgm:constr type="w" for="ch" forName="Child5" refType="w" fact="0.1747"/>
              <dgm:constr type="h" for="ch" forName="Child5" refType="h" fact="0.8"/>
              <dgm:constr type="l" for="ch" forName="Child4" refType="w" fact="0.2001"/>
              <dgm:constr type="t" for="ch" forName="Child4" refType="h" fact="0.2"/>
              <dgm:constr type="w" for="ch" forName="Child4" refType="w" fact="0.1747"/>
              <dgm:constr type="h" for="ch" forName="Child4" refType="h" fact="0.75"/>
              <dgm:constr type="l" for="ch" forName="Child3" refType="w" fact="0.4002"/>
              <dgm:constr type="t" for="ch" forName="Child3" refType="h" fact="0.2"/>
              <dgm:constr type="w" for="ch" forName="Child3" refType="w" fact="0.1747"/>
              <dgm:constr type="h" for="ch" forName="Child3" refType="h" fact="0.7"/>
              <dgm:constr type="l" for="ch" forName="Child2" refType="w" fact="0.6003"/>
              <dgm:constr type="t" for="ch" forName="Child2" refType="h" fact="0.2"/>
              <dgm:constr type="w" for="ch" forName="Child2" refType="w" fact="0.1747"/>
              <dgm:constr type="h" for="ch" forName="Child2" refType="h" fact="0.65"/>
              <dgm:constr type="l" for="ch" forName="Child1" refType="w" fact="0.7999"/>
              <dgm:constr type="t" for="ch" forName="Child1" refType="h" fact="0.2"/>
              <dgm:constr type="w" for="ch" forName="Child1" refType="w" fact="0.1747"/>
              <dgm:constr type="h" for="ch" forName="Child1" refType="h" fact="0.6"/>
              <dgm:constr type="l" for="ch" forName="ChildAccent1" refType="w" fact="0.7999"/>
              <dgm:constr type="t" for="ch" forName="ChildAccent1" refType="h" fact="0.2"/>
              <dgm:constr type="w" for="ch" forName="ChildAccent1" refType="w" fact="0.2001"/>
              <dgm:constr type="h" for="ch" forName="ChildAccent1" refType="h" fact="0.6"/>
              <dgm:constr type="l" for="ch" forName="Parent1" refType="w" fact="0.7999"/>
              <dgm:constr type="t" for="ch" forName="Parent1" refType="h" fact="0.1"/>
              <dgm:constr type="w" for="ch" forName="Parent1" refType="w" fact="0.2001"/>
              <dgm:constr type="h" for="ch" forName="Parent1" refType="h" fact="0.1"/>
              <dgm:constr type="l" for="ch" forName="ChildAccent2" refType="w" fact="0.6003"/>
              <dgm:constr type="t" for="ch" forName="ChildAccent2" refType="h" fact="0.2"/>
              <dgm:constr type="w" for="ch" forName="ChildAccent2" refType="w" fact="0.2001"/>
              <dgm:constr type="h" for="ch" forName="ChildAccent2" refType="h" fact="0.65"/>
              <dgm:constr type="l" for="ch" forName="Parent2" refType="w" fact="0.6003"/>
              <dgm:constr type="t" for="ch" forName="Parent2" refType="h" fact="0.075"/>
              <dgm:constr type="w" for="ch" forName="Parent2" refType="w" fact="0.2001"/>
              <dgm:constr type="h" for="ch" forName="Parent2" refType="h" fact="0.125"/>
              <dgm:constr type="l" for="ch" forName="ChildAccent3" refType="w" fact="0.4002"/>
              <dgm:constr type="t" for="ch" forName="ChildAccent3" refType="h" fact="0.2"/>
              <dgm:constr type="w" for="ch" forName="ChildAccent3" refType="w" fact="0.2001"/>
              <dgm:constr type="h" for="ch" forName="ChildAccent3" refType="h" fact="0.7"/>
              <dgm:constr type="l" for="ch" forName="Parent3" refType="w" fact="0.4002"/>
              <dgm:constr type="t" for="ch" forName="Parent3" refType="h" fact="0.0508"/>
              <dgm:constr type="w" for="ch" forName="Parent3" refType="w" fact="0.2001"/>
              <dgm:constr type="h" for="ch" forName="Parent3" refType="h" fact="0.15"/>
              <dgm:constr type="l" for="ch" forName="ChildAccent4" refType="w" fact="0.2001"/>
              <dgm:constr type="t" for="ch" forName="ChildAccent4" refType="h" fact="0.2"/>
              <dgm:constr type="w" for="ch" forName="ChildAccent4" refType="w" fact="0.2001"/>
              <dgm:constr type="h" for="ch" forName="ChildAccent4" refType="h" fact="0.75"/>
              <dgm:constr type="l" for="ch" forName="Parent4" refType="w" fact="0.2001"/>
              <dgm:constr type="t" for="ch" forName="Parent4" refType="h" fact="0.025"/>
              <dgm:constr type="w" for="ch" forName="Parent4" refType="w" fact="0.2001"/>
              <dgm:constr type="h" for="ch" forName="Parent4" refType="h" fact="0.175"/>
              <dgm:constr type="l" for="ch" forName="ChildAccent5" refType="w" fact="0"/>
              <dgm:constr type="t" for="ch" forName="ChildAccent5" refType="h" fact="0.2"/>
              <dgm:constr type="w" for="ch" forName="ChildAccent5" refType="w" fact="0.2001"/>
              <dgm:constr type="h" for="ch" forName="ChildAccent5" refType="h" fact="0.8"/>
              <dgm:constr type="l" for="ch" forName="Parent5" refType="w" fact="0"/>
              <dgm:constr type="t" for="ch" forName="Parent5" refType="h" fact="0"/>
              <dgm:constr type="w" for="ch" forName="Parent5" refType="w" fact="0.2001"/>
              <dgm:constr type="h" for="ch" forName="Parent5" refType="h" fact="0.2"/>
            </dgm:constrLst>
          </dgm:if>
          <dgm:if name="Name18" axis="ch" ptType="node" func="cnt" op="equ" val="6">
            <dgm:alg type="composite">
              <dgm:param type="ar" val="1.756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Child6" refType="w" fact="0"/>
              <dgm:constr type="t" for="ch" forName="Child6" refType="h" fact="0.2087"/>
              <dgm:constr type="w" for="ch" forName="Child6" refType="w" fact="0.1458"/>
              <dgm:constr type="h" for="ch" forName="Child6" refType="h" fact="0.7913"/>
              <dgm:constr type="l" for="ch" forName="Child5" refType="w" fact="0.167"/>
              <dgm:constr type="t" for="ch" forName="Child5" refType="h" fact="0.2087"/>
              <dgm:constr type="w" for="ch" forName="Child5" refType="w" fact="0.1458"/>
              <dgm:constr type="h" for="ch" forName="Child5" refType="h" fact="0.7448"/>
              <dgm:constr type="l" for="ch" forName="Child4" refType="w" fact="0.3339"/>
              <dgm:constr type="t" for="ch" forName="Child4" refType="h" fact="0.2087"/>
              <dgm:constr type="w" for="ch" forName="Child4" refType="w" fact="0.1458"/>
              <dgm:constr type="h" for="ch" forName="Child4" refType="h" fact="0.6982"/>
              <dgm:constr type="l" for="ch" forName="Child3" refType="w" fact="0.5009"/>
              <dgm:constr type="t" for="ch" forName="Child3" refType="h" fact="0.2087"/>
              <dgm:constr type="w" for="ch" forName="Child3" refType="w" fact="0.1458"/>
              <dgm:constr type="h" for="ch" forName="Child3" refType="h" fact="0.6517"/>
              <dgm:constr type="l" for="ch" forName="Child2" refType="w" fact="0.6674"/>
              <dgm:constr type="t" for="ch" forName="Child2" refType="h" fact="0.2087"/>
              <dgm:constr type="w" for="ch" forName="Child2" refType="w" fact="0.1458"/>
              <dgm:constr type="h" for="ch" forName="Child2" refType="h" fact="0.6051"/>
              <dgm:constr type="l" for="ch" forName="Child1" refType="w" fact="0.833"/>
              <dgm:constr type="t" for="ch" forName="Child1" refType="h" fact="0.2087"/>
              <dgm:constr type="w" for="ch" forName="Child1" refType="w" fact="0.1458"/>
              <dgm:constr type="h" for="ch" forName="Child1" refType="h" fact="0.5586"/>
              <dgm:constr type="l" for="ch" forName="ChildAccent1" refType="w" fact="0.833"/>
              <dgm:constr type="t" for="ch" forName="ChildAccent1" refType="h" fact="0.2087"/>
              <dgm:constr type="w" for="ch" forName="ChildAccent1" refType="w" fact="0.167"/>
              <dgm:constr type="h" for="ch" forName="ChildAccent1" refType="h" fact="0.5586"/>
              <dgm:constr type="l" for="ch" forName="Parent1" refType="w" fact="0.833"/>
              <dgm:constr type="t" for="ch" forName="Parent1" refType="h" fact="0.1156"/>
              <dgm:constr type="w" for="ch" forName="Parent1" refType="w" fact="0.167"/>
              <dgm:constr type="h" for="ch" forName="Parent1" refType="h" fact="0.0931"/>
              <dgm:constr type="l" for="ch" forName="ChildAccent2" refType="w" fact="0.6674"/>
              <dgm:constr type="t" for="ch" forName="ChildAccent2" refType="h" fact="0.2087"/>
              <dgm:constr type="w" for="ch" forName="ChildAccent2" refType="w" fact="0.167"/>
              <dgm:constr type="h" for="ch" forName="ChildAccent2" refType="h" fact="0.6051"/>
              <dgm:constr type="l" for="ch" forName="Parent2" refType="w" fact="0.6674"/>
              <dgm:constr type="t" for="ch" forName="Parent2" refType="h" fact="0.0923"/>
              <dgm:constr type="w" for="ch" forName="Parent2" refType="w" fact="0.165"/>
              <dgm:constr type="h" for="ch" forName="Parent2" refType="h" fact="0.1164"/>
              <dgm:constr type="l" for="ch" forName="ChildAccent3" refType="w" fact="0.5009"/>
              <dgm:constr type="t" for="ch" forName="ChildAccent3" refType="h" fact="0.2087"/>
              <dgm:constr type="w" for="ch" forName="ChildAccent3" refType="w" fact="0.167"/>
              <dgm:constr type="h" for="ch" forName="ChildAccent3" refType="h" fact="0.6517"/>
              <dgm:constr type="l" for="ch" forName="Parent3" refType="w" fact="0.5009"/>
              <dgm:constr type="t" for="ch" forName="Parent3" refType="h" fact="0.0698"/>
              <dgm:constr type="w" for="ch" forName="Parent3" refType="w" fact="0.166"/>
              <dgm:constr type="h" for="ch" forName="Parent3" refType="h" fact="0.1396"/>
              <dgm:constr type="l" for="ch" forName="ChildAccent4" refType="w" fact="0.3339"/>
              <dgm:constr type="t" for="ch" forName="ChildAccent4" refType="h" fact="0.2087"/>
              <dgm:constr type="w" for="ch" forName="ChildAccent4" refType="w" fact="0.167"/>
              <dgm:constr type="h" for="ch" forName="ChildAccent4" refType="h" fact="0.6982"/>
              <dgm:constr type="l" for="ch" forName="Parent4" refType="w" fact="0.3339"/>
              <dgm:constr type="t" for="ch" forName="Parent4" refType="h" fact="0.0458"/>
              <dgm:constr type="w" for="ch" forName="Parent4" refType="w" fact="0.167"/>
              <dgm:constr type="h" for="ch" forName="Parent4" refType="h" fact="0.1629"/>
              <dgm:constr type="l" for="ch" forName="ChildAccent5" refType="w" fact="0.167"/>
              <dgm:constr type="t" for="ch" forName="ChildAccent5" refType="h" fact="0.2087"/>
              <dgm:constr type="w" for="ch" forName="ChildAccent5" refType="w" fact="0.167"/>
              <dgm:constr type="h" for="ch" forName="ChildAccent5" refType="h" fact="0.7448"/>
              <dgm:constr type="l" for="ch" forName="Parent5" refType="w" fact="0.167"/>
              <dgm:constr type="t" for="ch" forName="Parent5" refType="h" fact="0.0225"/>
              <dgm:constr type="w" for="ch" forName="Parent5" refType="w" fact="0.167"/>
              <dgm:constr type="h" for="ch" forName="Parent5" refType="h" fact="0.1862"/>
              <dgm:constr type="l" for="ch" forName="ChildAccent6" refType="w" fact="0"/>
              <dgm:constr type="t" for="ch" forName="ChildAccent6" refType="h" fact="0.2087"/>
              <dgm:constr type="w" for="ch" forName="ChildAccent6" refType="w" fact="0.167"/>
              <dgm:constr type="h" for="ch" forName="ChildAccent6" refType="h" fact="0.7913"/>
              <dgm:constr type="l" for="ch" forName="Parent6" refType="w" fact="0"/>
              <dgm:constr type="t" for="ch" forName="Parent6" refType="h" fact="0"/>
              <dgm:constr type="w" for="ch" forName="Parent6" refType="w" fact="0.167"/>
              <dgm:constr type="h" for="ch" forName="Parent6" refType="h" fact="0.2095"/>
            </dgm:constrLst>
          </dgm:if>
          <dgm:else name="Name19">
            <dgm:alg type="composite">
              <dgm:param type="ar" val="1.9137"/>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Child7" refType="w" fact="0"/>
              <dgm:constr type="t" for="ch" forName="Child7" refType="h" fact="0.2168"/>
              <dgm:constr type="w" for="ch" forName="Child7" refType="w" fact="0.125"/>
              <dgm:constr type="h" for="ch" forName="Child7" refType="h" fact="0.7832"/>
              <dgm:constr type="l" for="ch" forName="Child6" refType="w" fact="0.1432"/>
              <dgm:constr type="t" for="ch" forName="Child6" refType="h" fact="0.2168"/>
              <dgm:constr type="w" for="ch" forName="Child6" refType="w" fact="0.125"/>
              <dgm:constr type="h" for="ch" forName="Child6" refType="h" fact="0.7397"/>
              <dgm:constr type="l" for="ch" forName="Child5" refType="w" fact="0.2865"/>
              <dgm:constr type="t" for="ch" forName="Child5" refType="h" fact="0.2168"/>
              <dgm:constr type="w" for="ch" forName="Child5" refType="w" fact="0.125"/>
              <dgm:constr type="h" for="ch" forName="Child5" refType="h" fact="0.6962"/>
              <dgm:constr type="l" for="ch" forName="Child4" refType="w" fact="0.4297"/>
              <dgm:constr type="t" for="ch" forName="Child4" refType="h" fact="0.2168"/>
              <dgm:constr type="w" for="ch" forName="Child4" refType="w" fact="0.125"/>
              <dgm:constr type="h" for="ch" forName="Child4" refType="h" fact="0.6526"/>
              <dgm:constr type="l" for="ch" forName="Child3" refType="w" fact="0.5726"/>
              <dgm:constr type="t" for="ch" forName="Child3" refType="h" fact="0.2168"/>
              <dgm:constr type="w" for="ch" forName="Child3" refType="w" fact="0.125"/>
              <dgm:constr type="h" for="ch" forName="Child3" refType="h" fact="0.6091"/>
              <dgm:constr type="l" for="ch" forName="Child2" refType="w" fact="0.7147"/>
              <dgm:constr type="t" for="ch" forName="Child2" refType="h" fact="0.2168"/>
              <dgm:constr type="w" for="ch" forName="Child2" refType="w" fact="0.125"/>
              <dgm:constr type="h" for="ch" forName="Child2" refType="h" fact="0.5656"/>
              <dgm:constr type="l" for="ch" forName="Child1" refType="w" fact="0.8568"/>
              <dgm:constr type="t" for="ch" forName="Child1" refType="h" fact="0.2168"/>
              <dgm:constr type="w" for="ch" forName="Child1" refType="w" fact="0.125"/>
              <dgm:constr type="h" for="ch" forName="Child1" refType="h" fact="0.5221"/>
              <dgm:constr type="l" for="ch" forName="ChildAccent1" refType="w" fact="0.8568"/>
              <dgm:constr type="t" for="ch" forName="ChildAccent1" refType="h" fact="0.2168"/>
              <dgm:constr type="w" for="ch" forName="ChildAccent1" refType="w" fact="0.1432"/>
              <dgm:constr type="h" for="ch" forName="ChildAccent1" refType="h" fact="0.5221"/>
              <dgm:constr type="l" for="ch" forName="Parent1" refType="w" fact="0.8568"/>
              <dgm:constr type="t" for="ch" forName="Parent1" refType="h" fact="0.1298"/>
              <dgm:constr type="w" for="ch" forName="Parent1" refType="w" fact="0.1432"/>
              <dgm:constr type="h" for="ch" forName="Parent1" refType="h" fact="0.087"/>
              <dgm:constr type="l" for="ch" forName="ChildAccent2" refType="w" fact="0.7147"/>
              <dgm:constr type="t" for="ch" forName="ChildAccent2" refType="h" fact="0.2168"/>
              <dgm:constr type="w" for="ch" forName="ChildAccent2" refType="w" fact="0.1432"/>
              <dgm:constr type="h" for="ch" forName="ChildAccent2" refType="h" fact="0.5656"/>
              <dgm:constr type="l" for="ch" forName="Parent2" refType="w" fact="0.7147"/>
              <dgm:constr type="t" for="ch" forName="Parent2" refType="h" fact="0.108"/>
              <dgm:constr type="w" for="ch" forName="Parent2" refType="w" fact="0.1425"/>
              <dgm:constr type="h" for="ch" forName="Parent2" refType="h" fact="0.1088"/>
              <dgm:constr type="l" for="ch" forName="ChildAccent3" refType="w" fact="0.5726"/>
              <dgm:constr type="t" for="ch" forName="ChildAccent3" refType="h" fact="0.2168"/>
              <dgm:constr type="w" for="ch" forName="ChildAccent3" refType="w" fact="0.1432"/>
              <dgm:constr type="h" for="ch" forName="ChildAccent3" refType="h" fact="0.6091"/>
              <dgm:constr type="l" for="ch" forName="Parent3" refType="w" fact="0.5726"/>
              <dgm:constr type="t" for="ch" forName="Parent3" refType="h" fact="0.087"/>
              <dgm:constr type="w" for="ch" forName="Parent3" refType="w" fact="0.142"/>
              <dgm:constr type="h" for="ch" forName="Parent3" refType="h" fact="0.1305"/>
              <dgm:constr type="l" for="ch" forName="ChildAccent4" refType="w" fact="0.4297"/>
              <dgm:constr type="t" for="ch" forName="ChildAccent4" refType="h" fact="0.2168"/>
              <dgm:constr type="w" for="ch" forName="ChildAccent4" refType="w" fact="0.1432"/>
              <dgm:constr type="h" for="ch" forName="ChildAccent4" refType="h" fact="0.6526"/>
              <dgm:constr type="l" for="ch" forName="Parent4" refType="w" fact="0.4297"/>
              <dgm:constr type="t" for="ch" forName="Parent4" refType="h" fact="0.0645"/>
              <dgm:constr type="w" for="ch" forName="Parent4" refType="w" fact="0.1432"/>
              <dgm:constr type="h" for="ch" forName="Parent4" refType="h" fact="0.1523"/>
              <dgm:constr type="l" for="ch" forName="ChildAccent5" refType="w" fact="0.2865"/>
              <dgm:constr type="t" for="ch" forName="ChildAccent5" refType="h" fact="0.2168"/>
              <dgm:constr type="w" for="ch" forName="ChildAccent5" refType="w" fact="0.1432"/>
              <dgm:constr type="h" for="ch" forName="ChildAccent5" refType="h" fact="0.6962"/>
              <dgm:constr type="l" for="ch" forName="Parent5" refType="w" fact="0.2865"/>
              <dgm:constr type="t" for="ch" forName="Parent5" refType="h" fact="0.0428"/>
              <dgm:constr type="w" for="ch" forName="Parent5" refType="w" fact="0.1432"/>
              <dgm:constr type="h" for="ch" forName="Parent5" refType="h" fact="0.174"/>
              <dgm:constr type="l" for="ch" forName="ChildAccent6" refType="w" fact="0.1432"/>
              <dgm:constr type="t" for="ch" forName="ChildAccent6" refType="h" fact="0.2168"/>
              <dgm:constr type="w" for="ch" forName="ChildAccent6" refType="w" fact="0.1432"/>
              <dgm:constr type="h" for="ch" forName="ChildAccent6" refType="h" fact="0.7397"/>
              <dgm:constr type="l" for="ch" forName="Parent6" refType="w" fact="0.1432"/>
              <dgm:constr type="t" for="ch" forName="Parent6" refType="h" fact="0.0217"/>
              <dgm:constr type="w" for="ch" forName="Parent6" refType="w" fact="0.1432"/>
              <dgm:constr type="h" for="ch" forName="Parent6" refType="h" fact="0.1958"/>
              <dgm:constr type="l" for="ch" forName="ChildAccent7" refType="w" fact="0"/>
              <dgm:constr type="t" for="ch" forName="ChildAccent7" refType="h" fact="0.2168"/>
              <dgm:constr type="w" for="ch" forName="ChildAccent7" refType="w" fact="0.1432"/>
              <dgm:constr type="h" for="ch" forName="ChildAccent7" refType="h" fact="0.7832"/>
              <dgm:constr type="l" for="ch" forName="Parent7" refType="w" fact="0"/>
              <dgm:constr type="t" for="ch" forName="Parent7" refType="h" fact="0"/>
              <dgm:constr type="w" for="ch" forName="Parent7" refType="w" fact="0.1432"/>
              <dgm:constr type="h" for="ch" forName="Parent7" refType="h" fact="0.2175"/>
            </dgm:constrLst>
          </dgm:else>
        </dgm:choose>
      </dgm:else>
    </dgm:choose>
    <dgm:forEach name="wrapper" axis="self" ptType="parTrans">
      <dgm:forEach name="accentRepeat" axis="self">
        <dgm:layoutNode name="ChildAccent" styleLbl="alignImgPlace1">
          <dgm:alg type="sp"/>
          <dgm:choose name="Name20">
            <dgm:if name="Name21" axis="followSib" ptType="node" func="cnt" op="equ" val="0">
              <dgm:shape xmlns:r="http://schemas.openxmlformats.org/officeDocument/2006/relationships" type="wedgeRectCallout" r:blip="">
                <dgm:adjLst>
                  <dgm:adj idx="1" val="0"/>
                  <dgm:adj idx="2" val="0"/>
                </dgm:adjLst>
              </dgm:shape>
            </dgm:if>
            <dgm:else name="Name22">
              <dgm:choose name="Name23">
                <dgm:if name="Name24" axis="precedSib" ptType="node" func="cnt" op="equ" val="6">
                  <dgm:shape xmlns:r="http://schemas.openxmlformats.org/officeDocument/2006/relationships" type="wedgeRectCallout" r:blip="">
                    <dgm:adjLst>
                      <dgm:adj idx="1" val="0"/>
                      <dgm:adj idx="2" val="0"/>
                    </dgm:adjLst>
                  </dgm:shape>
                </dgm:if>
                <dgm:else name="Name25">
                  <dgm:choose name="Name26">
                    <dgm:if name="Name27" func="var" arg="dir" op="equ" val="norm">
                      <dgm:shape xmlns:r="http://schemas.openxmlformats.org/officeDocument/2006/relationships" type="wedgeRectCallout" r:blip="">
                        <dgm:adjLst>
                          <dgm:adj idx="1" val="0.625"/>
                          <dgm:adj idx="2" val="0.2083"/>
                        </dgm:adjLst>
                      </dgm:shape>
                    </dgm:if>
                    <dgm:else name="Name28">
                      <dgm:shape xmlns:r="http://schemas.openxmlformats.org/officeDocument/2006/relationships" type="wedgeRectCallout" r:blip="">
                        <dgm:adjLst>
                          <dgm:adj idx="1" val="-0.625"/>
                          <dgm:adj idx="2" val="0.2083"/>
                        </dgm:adjLst>
                      </dgm:shape>
                    </dgm:else>
                  </dgm:choose>
                </dgm:else>
              </dgm:choose>
            </dgm:else>
          </dgm:choose>
          <dgm:presOf axis="des" ptType="node"/>
        </dgm:layoutNode>
      </dgm:forEach>
    </dgm:forEach>
    <dgm:forEach name="Name29" axis="ch" ptType="node" st="7" cnt="1">
      <dgm:layoutNode name="ChildAccent7">
        <dgm:alg type="sp"/>
        <dgm:shape xmlns:r="http://schemas.openxmlformats.org/officeDocument/2006/relationships" r:blip="">
          <dgm:adjLst/>
        </dgm:shape>
        <dgm:presOf/>
        <dgm:constrLst/>
        <dgm:forEach name="Name30" ref="accentRepeat"/>
      </dgm:layoutNode>
      <dgm:layoutNode name="Child7" styleLbl="revTx">
        <dgm:varLst>
          <dgm:chMax val="0"/>
          <dgm:chPref val="0"/>
          <dgm:bulletEnabled val="1"/>
        </dgm:varLst>
        <dgm:choose name="Name31">
          <dgm:if name="Name32" func="var" arg="dir" op="equ" val="norm">
            <dgm:alg type="tx">
              <dgm:param type="parTxLTRAlign" val="r"/>
              <dgm:param type="shpTxLTRAlignCh" val="r"/>
              <dgm:param type="txAnchorVert" val="t"/>
            </dgm:alg>
          </dgm:if>
          <dgm:else name="Name33">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7"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34" axis="ch" ptType="node" st="6" cnt="1">
      <dgm:layoutNode name="ChildAccent6">
        <dgm:alg type="sp"/>
        <dgm:shape xmlns:r="http://schemas.openxmlformats.org/officeDocument/2006/relationships" r:blip="">
          <dgm:adjLst/>
        </dgm:shape>
        <dgm:presOf/>
        <dgm:constrLst/>
        <dgm:forEach name="Name35" ref="accentRepeat"/>
      </dgm:layoutNode>
      <dgm:layoutNode name="Child6" styleLbl="revTx">
        <dgm:varLst>
          <dgm:chMax val="0"/>
          <dgm:chPref val="0"/>
          <dgm:bulletEnabled val="1"/>
        </dgm:varLst>
        <dgm:choose name="Name36">
          <dgm:if name="Name37" func="var" arg="dir" op="equ" val="norm">
            <dgm:alg type="tx">
              <dgm:param type="parTxLTRAlign" val="r"/>
              <dgm:param type="shpTxLTRAlignCh" val="r"/>
              <dgm:param type="txAnchorVert" val="t"/>
            </dgm:alg>
          </dgm:if>
          <dgm:else name="Name38">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6"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39" axis="ch" ptType="node" st="5" cnt="1">
      <dgm:layoutNode name="ChildAccent5">
        <dgm:alg type="sp"/>
        <dgm:shape xmlns:r="http://schemas.openxmlformats.org/officeDocument/2006/relationships" r:blip="">
          <dgm:adjLst/>
        </dgm:shape>
        <dgm:presOf/>
        <dgm:constrLst/>
        <dgm:forEach name="Name40" ref="accentRepeat"/>
      </dgm:layoutNode>
      <dgm:layoutNode name="Child5" styleLbl="revTx">
        <dgm:varLst>
          <dgm:chMax val="0"/>
          <dgm:chPref val="0"/>
          <dgm:bulletEnabled val="1"/>
        </dgm:varLst>
        <dgm:choose name="Name41">
          <dgm:if name="Name42" func="var" arg="dir" op="equ" val="norm">
            <dgm:alg type="tx">
              <dgm:param type="parTxLTRAlign" val="r"/>
              <dgm:param type="shpTxLTRAlignCh" val="r"/>
              <dgm:param type="txAnchorVert" val="t"/>
            </dgm:alg>
          </dgm:if>
          <dgm:else name="Name43">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5"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44" axis="ch" ptType="node" st="4" cnt="1">
      <dgm:layoutNode name="ChildAccent4">
        <dgm:alg type="sp"/>
        <dgm:shape xmlns:r="http://schemas.openxmlformats.org/officeDocument/2006/relationships" r:blip="">
          <dgm:adjLst/>
        </dgm:shape>
        <dgm:presOf/>
        <dgm:constrLst/>
        <dgm:forEach name="Name45" ref="accentRepeat"/>
      </dgm:layoutNode>
      <dgm:layoutNode name="Child4" styleLbl="revTx">
        <dgm:varLst>
          <dgm:chMax val="0"/>
          <dgm:chPref val="0"/>
          <dgm:bulletEnabled val="1"/>
        </dgm:varLst>
        <dgm:choose name="Name46">
          <dgm:if name="Name47" func="var" arg="dir" op="equ" val="norm">
            <dgm:alg type="tx">
              <dgm:param type="parTxLTRAlign" val="r"/>
              <dgm:param type="shpTxLTRAlignCh" val="r"/>
              <dgm:param type="txAnchorVert" val="t"/>
            </dgm:alg>
          </dgm:if>
          <dgm:else name="Name48">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4"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49" axis="ch" ptType="node" st="3" cnt="1">
      <dgm:layoutNode name="ChildAccent3">
        <dgm:alg type="sp"/>
        <dgm:shape xmlns:r="http://schemas.openxmlformats.org/officeDocument/2006/relationships" r:blip="">
          <dgm:adjLst/>
        </dgm:shape>
        <dgm:presOf/>
        <dgm:constrLst/>
        <dgm:forEach name="Name50" ref="accentRepeat"/>
      </dgm:layoutNode>
      <dgm:layoutNode name="Child3" styleLbl="revTx">
        <dgm:varLst>
          <dgm:chMax val="0"/>
          <dgm:chPref val="0"/>
          <dgm:bulletEnabled val="1"/>
        </dgm:varLst>
        <dgm:choose name="Name51">
          <dgm:if name="Name52" func="var" arg="dir" op="equ" val="norm">
            <dgm:alg type="tx">
              <dgm:param type="parTxLTRAlign" val="r"/>
              <dgm:param type="shpTxLTRAlignCh" val="r"/>
              <dgm:param type="txAnchorVert" val="t"/>
            </dgm:alg>
          </dgm:if>
          <dgm:else name="Name53">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3"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54" axis="ch" ptType="node" st="2" cnt="1">
      <dgm:layoutNode name="ChildAccent2">
        <dgm:alg type="sp"/>
        <dgm:shape xmlns:r="http://schemas.openxmlformats.org/officeDocument/2006/relationships" r:blip="">
          <dgm:adjLst/>
        </dgm:shape>
        <dgm:presOf/>
        <dgm:constrLst/>
        <dgm:forEach name="Name55" ref="accentRepeat"/>
      </dgm:layoutNode>
      <dgm:layoutNode name="Child2" styleLbl="revTx">
        <dgm:varLst>
          <dgm:chMax val="0"/>
          <dgm:chPref val="0"/>
          <dgm:bulletEnabled val="1"/>
        </dgm:varLst>
        <dgm:choose name="Name56">
          <dgm:if name="Name57" func="var" arg="dir" op="equ" val="norm">
            <dgm:alg type="tx">
              <dgm:param type="parTxLTRAlign" val="r"/>
              <dgm:param type="shpTxLTRAlignCh" val="r"/>
              <dgm:param type="txAnchorVert" val="t"/>
            </dgm:alg>
          </dgm:if>
          <dgm:else name="Name58">
            <dgm:alg type="tx">
              <dgm:param type="parTxLTRAlign" val="l"/>
              <dgm:param type="shpTxLTRAlignCh" val="l"/>
              <dgm:param type="txAnchorVert" val="t"/>
            </dgm:alg>
          </dgm:else>
        </dgm:choose>
        <dgm:shape xmlns:r="http://schemas.openxmlformats.org/officeDocument/2006/relationships" type="rect" r:blip="" hideGeom="1">
          <dgm:adjLst/>
        </dgm:shape>
        <dgm:presOf axis="des des des des des des des des des des des des des des des des des des des des des des des des des des des des des des des des des des des des des des des des des des des des des des des des des des des des des des des des des des des des des des des des" ptType="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dgm:presOf axis="des des des des des des des des des des des des des des des des des des des des des des des des des des des des des des des des des des des des des des des des des des des des des des des des des des des des des des des des des des des des des des des des" ptType="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2"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59" axis="ch" ptType="node" cnt="1">
      <dgm:layoutNode name="ChildAccent1">
        <dgm:alg type="sp"/>
        <dgm:shape xmlns:r="http://schemas.openxmlformats.org/officeDocument/2006/relationships" r:blip="">
          <dgm:adjLst/>
        </dgm:shape>
        <dgm:presOf/>
        <dgm:constrLst/>
        <dgm:forEach name="Name60" ref="accentRepeat"/>
      </dgm:layoutNode>
      <dgm:layoutNode name="Child1" styleLbl="revTx">
        <dgm:varLst>
          <dgm:chMax val="0"/>
          <dgm:chPref val="0"/>
          <dgm:bulletEnabled val="1"/>
        </dgm:varLst>
        <dgm:choose name="Name61">
          <dgm:if name="Name62" func="var" arg="dir" op="equ" val="norm">
            <dgm:alg type="tx">
              <dgm:param type="parTxLTRAlign" val="r"/>
              <dgm:param type="shpTxLTRAlignCh" val="r"/>
              <dgm:param type="txAnchorVert" val="t"/>
            </dgm:alg>
          </dgm:if>
          <dgm:else name="Name63">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1"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48B91F7-0A31-4809-8E31-54F32ACD1E72}" type="datetimeFigureOut">
              <a:rPr lang="en-GB" smtClean="0"/>
            </a:fld>
            <a:endParaRPr lang="en-GB"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D5A70FC-228F-4487-8E14-68CAD584041B}" type="slidenum">
              <a:rPr lang="en-GB" smtClean="0"/>
            </a:fld>
            <a:endParaRPr lang="en-GB"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1F66083A-C1B7-4B46-82C5-289BB6E6D5A4}" type="datetime1">
              <a:rPr lang="en-IN" smtClean="0"/>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F32F6845-8F47-4AB8-B9CE-96D88E741707}" type="slidenum">
              <a:rPr lang="en-IN" smtClean="0"/>
            </a:fld>
            <a:endParaRPr lang="en-IN"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endParaRPr lang="en-IN" dirty="0"/>
          </a:p>
        </p:txBody>
      </p:sp>
      <p:sp>
        <p:nvSpPr>
          <p:cNvPr id="3" name="Content Placeholder 2"/>
          <p:cNvSpPr>
            <a:spLocks noGrp="1"/>
          </p:cNvSpPr>
          <p:nvPr>
            <p:ph idx="1"/>
          </p:nvPr>
        </p:nvSpPr>
        <p:spPr/>
        <p:txBody>
          <a:body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IN" dirty="0"/>
          </a:p>
        </p:txBody>
      </p:sp>
      <p:sp>
        <p:nvSpPr>
          <p:cNvPr id="4" name="Date Placeholder 3"/>
          <p:cNvSpPr>
            <a:spLocks noGrp="1"/>
          </p:cNvSpPr>
          <p:nvPr>
            <p:ph type="dt" sz="half" idx="10"/>
          </p:nvPr>
        </p:nvSpPr>
        <p:spPr>
          <a:xfrm>
            <a:off x="838200" y="6356350"/>
            <a:ext cx="1009650" cy="365125"/>
          </a:xfrm>
          <a:noFill/>
        </p:spPr>
        <p:txBody>
          <a:bodyPr/>
          <a:lstStyle>
            <a:lvl1pPr>
              <a:defRPr>
                <a:solidFill>
                  <a:schemeClr val="bg1"/>
                </a:solidFill>
              </a:defRPr>
            </a:lvl1pPr>
          </a:lstStyle>
          <a:p>
            <a:fld id="{864BFFB7-4443-4602-A990-B076C1CFE86C}" type="datetime1">
              <a:rPr lang="en-IN" smtClean="0"/>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a:noFill/>
        </p:spPr>
        <p:txBody>
          <a:bodyPr/>
          <a:lstStyle>
            <a:lvl1pPr>
              <a:defRPr>
                <a:solidFill>
                  <a:schemeClr val="bg1"/>
                </a:solidFill>
              </a:defRPr>
            </a:lvl1pPr>
          </a:lstStyle>
          <a:p>
            <a:fld id="{F32F6845-8F47-4AB8-B9CE-96D88E741707}" type="slidenum">
              <a:rPr lang="en-IN" smtClean="0"/>
            </a:fld>
            <a:endParaRPr lang="en-IN"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2B3E8F52-857A-4C89-954C-57943DB51290}" type="datetime1">
              <a:rPr lang="en-IN" smtClean="0"/>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F32F6845-8F47-4AB8-B9CE-96D88E741707}" type="slidenum">
              <a:rPr lang="en-IN" smtClean="0"/>
            </a:fld>
            <a:endParaRPr lang="en-IN"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5" name="Date Placeholder 4"/>
          <p:cNvSpPr>
            <a:spLocks noGrp="1"/>
          </p:cNvSpPr>
          <p:nvPr>
            <p:ph type="dt" sz="half" idx="10"/>
          </p:nvPr>
        </p:nvSpPr>
        <p:spPr/>
        <p:txBody>
          <a:bodyPr/>
          <a:lstStyle/>
          <a:p>
            <a:fld id="{2BBD7B4D-DDD6-4CA2-87A0-9BDD5E5268EC}" type="datetime1">
              <a:rPr lang="en-IN" smtClean="0"/>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F32F6845-8F47-4AB8-B9CE-96D88E741707}" type="slidenum">
              <a:rPr lang="en-IN" smtClean="0"/>
            </a:fld>
            <a:endParaRPr lang="en-IN"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7" name="Date Placeholder 6"/>
          <p:cNvSpPr>
            <a:spLocks noGrp="1"/>
          </p:cNvSpPr>
          <p:nvPr>
            <p:ph type="dt" sz="half" idx="10"/>
          </p:nvPr>
        </p:nvSpPr>
        <p:spPr/>
        <p:txBody>
          <a:bodyPr/>
          <a:lstStyle/>
          <a:p>
            <a:fld id="{C130D9E5-0635-43A8-8973-488E7408FAF7}" type="datetime1">
              <a:rPr lang="en-IN" smtClean="0"/>
            </a:fld>
            <a:endParaRPr lang="en-IN" dirty="0"/>
          </a:p>
        </p:txBody>
      </p:sp>
      <p:sp>
        <p:nvSpPr>
          <p:cNvPr id="8" name="Footer Placeholder 7"/>
          <p:cNvSpPr>
            <a:spLocks noGrp="1"/>
          </p:cNvSpPr>
          <p:nvPr>
            <p:ph type="ftr" sz="quarter" idx="11"/>
          </p:nvPr>
        </p:nvSpPr>
        <p:spPr/>
        <p:txBody>
          <a:bodyPr/>
          <a:lstStyle/>
          <a:p>
            <a:endParaRPr lang="en-IN" dirty="0"/>
          </a:p>
        </p:txBody>
      </p:sp>
      <p:sp>
        <p:nvSpPr>
          <p:cNvPr id="9" name="Slide Number Placeholder 8"/>
          <p:cNvSpPr>
            <a:spLocks noGrp="1"/>
          </p:cNvSpPr>
          <p:nvPr>
            <p:ph type="sldNum" sz="quarter" idx="12"/>
          </p:nvPr>
        </p:nvSpPr>
        <p:spPr/>
        <p:txBody>
          <a:bodyPr/>
          <a:lstStyle/>
          <a:p>
            <a:fld id="{F32F6845-8F47-4AB8-B9CE-96D88E741707}" type="slidenum">
              <a:rPr lang="en-IN" smtClean="0"/>
            </a:fld>
            <a:endParaRPr lang="en-IN"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E1D0CEA8-D591-4CC9-939A-A3BE6FD93E89}" type="datetime1">
              <a:rPr lang="en-IN" smtClean="0"/>
            </a:fld>
            <a:endParaRPr lang="en-IN" dirty="0"/>
          </a:p>
        </p:txBody>
      </p:sp>
      <p:sp>
        <p:nvSpPr>
          <p:cNvPr id="4" name="Footer Placeholder 3"/>
          <p:cNvSpPr>
            <a:spLocks noGrp="1"/>
          </p:cNvSpPr>
          <p:nvPr>
            <p:ph type="ftr" sz="quarter" idx="11"/>
          </p:nvPr>
        </p:nvSpPr>
        <p:spPr/>
        <p:txBody>
          <a:bodyPr/>
          <a:lstStyle/>
          <a:p>
            <a:endParaRPr lang="en-IN" dirty="0"/>
          </a:p>
        </p:txBody>
      </p:sp>
      <p:sp>
        <p:nvSpPr>
          <p:cNvPr id="5" name="Slide Number Placeholder 4"/>
          <p:cNvSpPr>
            <a:spLocks noGrp="1"/>
          </p:cNvSpPr>
          <p:nvPr>
            <p:ph type="sldNum" sz="quarter" idx="12"/>
          </p:nvPr>
        </p:nvSpPr>
        <p:spPr/>
        <p:txBody>
          <a:bodyPr/>
          <a:lstStyle/>
          <a:p>
            <a:fld id="{F32F6845-8F47-4AB8-B9CE-96D88E741707}" type="slidenum">
              <a:rPr lang="en-IN" smtClean="0"/>
            </a:fld>
            <a:endParaRPr lang="en-IN"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2BE2297-DC8B-48E6-B6D6-34773F9A5984}" type="datetime1">
              <a:rPr lang="en-IN" smtClean="0"/>
            </a:fld>
            <a:endParaRPr lang="en-IN" dirty="0"/>
          </a:p>
        </p:txBody>
      </p:sp>
      <p:sp>
        <p:nvSpPr>
          <p:cNvPr id="3" name="Footer Placeholder 2"/>
          <p:cNvSpPr>
            <a:spLocks noGrp="1"/>
          </p:cNvSpPr>
          <p:nvPr>
            <p:ph type="ftr" sz="quarter" idx="11"/>
          </p:nvPr>
        </p:nvSpPr>
        <p:spPr/>
        <p:txBody>
          <a:bodyPr/>
          <a:lstStyle/>
          <a:p>
            <a:endParaRPr lang="en-IN" dirty="0"/>
          </a:p>
        </p:txBody>
      </p:sp>
      <p:sp>
        <p:nvSpPr>
          <p:cNvPr id="4" name="Slide Number Placeholder 3"/>
          <p:cNvSpPr>
            <a:spLocks noGrp="1"/>
          </p:cNvSpPr>
          <p:nvPr>
            <p:ph type="sldNum" sz="quarter" idx="12"/>
          </p:nvPr>
        </p:nvSpPr>
        <p:spPr/>
        <p:txBody>
          <a:bodyPr/>
          <a:lstStyle/>
          <a:p>
            <a:fld id="{F32F6845-8F47-4AB8-B9CE-96D88E741707}" type="slidenum">
              <a:rPr lang="en-IN" smtClean="0"/>
            </a:fld>
            <a:endParaRPr lang="en-IN"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64C2A547-6E4B-4188-9BD5-035CB9C4BCC5}" type="datetime1">
              <a:rPr lang="en-IN" smtClean="0"/>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F32F6845-8F47-4AB8-B9CE-96D88E741707}" type="slidenum">
              <a:rPr lang="en-IN" smtClean="0"/>
            </a:fld>
            <a:endParaRPr lang="en-IN"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02706E29-16A1-4AAE-B55B-4E3DB7265605}" type="datetime1">
              <a:rPr lang="en-IN" smtClean="0"/>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F32F6845-8F47-4AB8-B9CE-96D88E741707}" type="slidenum">
              <a:rPr lang="en-IN" smtClean="0"/>
            </a:fld>
            <a:endParaRPr lang="en-IN"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p:txBody>
          <a:bodyPr/>
          <a:lstStyle/>
          <a:p>
            <a:fld id="{3FC26915-BE00-456E-A9CA-DB9FE1FD674A}" type="datetime1">
              <a:rPr lang="en-IN" smtClean="0"/>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F32F6845-8F47-4AB8-B9CE-96D88E741707}" type="slidenum">
              <a:rPr lang="en-IN" smtClean="0"/>
            </a:fld>
            <a:endParaRPr lang="en-IN"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p:txBody>
          <a:bodyPr/>
          <a:lstStyle/>
          <a:p>
            <a:fld id="{FAA2D233-408A-4415-B919-B7ECAA5043E2}" type="datetime1">
              <a:rPr lang="en-IN" smtClean="0"/>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F32F6845-8F47-4AB8-B9CE-96D88E741707}" type="slidenum">
              <a:rPr lang="en-IN" smtClean="0"/>
            </a:fld>
            <a:endParaRPr lang="en-IN"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1.jpe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2">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EAC608B-7A9F-4336-97A2-89908E443DAD}" type="datetime1">
              <a:rPr lang="en-IN" smtClean="0"/>
            </a:fld>
            <a:endParaRPr lang="en-IN"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32F6845-8F47-4AB8-B9CE-96D88E741707}" type="slidenum">
              <a:rPr lang="en-IN" smtClean="0"/>
            </a:fld>
            <a:endParaRPr lang="en-IN"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tags" Target="../tags/tag2.xml"/><Relationship Id="rId5" Type="http://schemas.microsoft.com/office/2007/relationships/diagramDrawing" Target="../diagrams/drawing1.xml"/><Relationship Id="rId4" Type="http://schemas.openxmlformats.org/officeDocument/2006/relationships/diagramColors" Target="../diagrams/colors1.xml"/><Relationship Id="rId3" Type="http://schemas.openxmlformats.org/officeDocument/2006/relationships/diagramQuickStyle" Target="../diagrams/quickStyle1.xml"/><Relationship Id="rId2" Type="http://schemas.openxmlformats.org/officeDocument/2006/relationships/diagramLayout" Target="../diagrams/layout1.xml"/><Relationship Id="rId1" Type="http://schemas.openxmlformats.org/officeDocument/2006/relationships/diagramData" Target="../diagrams/data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90" name="Google Shape;90;p13"/>
          <p:cNvSpPr txBox="1"/>
          <p:nvPr/>
        </p:nvSpPr>
        <p:spPr>
          <a:xfrm>
            <a:off x="6525369" y="2109718"/>
            <a:ext cx="5514300" cy="202056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rgbClr val="17365D"/>
              </a:buClr>
              <a:buSzPts val="2000"/>
              <a:buFont typeface="Arial" panose="020B0604020202020204"/>
              <a:buNone/>
            </a:pPr>
            <a:r>
              <a:rPr lang="en-GB" sz="2000" b="1" i="0" u="none" strike="noStrike" cap="none" dirty="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Under the Supervision of,</a:t>
            </a:r>
            <a:endParaRPr lang="en-GB" sz="2000" b="1" i="0" u="none" strike="noStrike" cap="none" dirty="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endParaRPr>
          </a:p>
          <a:p>
            <a:pPr marL="0" marR="0" lvl="0" indent="0" algn="ctr" rtl="0">
              <a:spcBef>
                <a:spcPts val="0"/>
              </a:spcBef>
              <a:spcAft>
                <a:spcPts val="0"/>
              </a:spcAft>
              <a:buClr>
                <a:srgbClr val="17365D"/>
              </a:buClr>
              <a:buSzPts val="2000"/>
              <a:buFont typeface="Arial" panose="020B0604020202020204"/>
              <a:buNone/>
            </a:pPr>
            <a:r>
              <a:rPr lang="en-GB" b="1"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	</a:t>
            </a:r>
            <a:r>
              <a:rPr lang="en-GB" b="1"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Mr. Sakthi S</a:t>
            </a:r>
            <a:endParaRPr lang="en-GB" b="1"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endParaRPr>
          </a:p>
          <a:p>
            <a:pPr marL="0" marR="0" lvl="0" indent="0" algn="ctr" rtl="0">
              <a:spcBef>
                <a:spcPts val="340"/>
              </a:spcBef>
              <a:spcAft>
                <a:spcPts val="0"/>
              </a:spcAft>
              <a:buClr>
                <a:srgbClr val="17365D"/>
              </a:buClr>
              <a:buSzPts val="1700"/>
              <a:buFont typeface="Arial" panose="020B0604020202020204"/>
              <a:buNone/>
            </a:pPr>
            <a:r>
              <a:rPr lang="en-GB" b="1"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Assistant Professor</a:t>
            </a:r>
            <a:endParaRPr dirty="0">
              <a:latin typeface="Cambria" panose="02040503050406030204" pitchFamily="18" charset="0"/>
              <a:ea typeface="Cambria" panose="02040503050406030204" pitchFamily="18" charset="0"/>
            </a:endParaRPr>
          </a:p>
          <a:p>
            <a:pPr marL="0" marR="0" lvl="0" indent="0" algn="ctr" rtl="0">
              <a:spcBef>
                <a:spcPts val="340"/>
              </a:spcBef>
              <a:spcAft>
                <a:spcPts val="0"/>
              </a:spcAft>
              <a:buClr>
                <a:srgbClr val="17365D"/>
              </a:buClr>
              <a:buSzPts val="1700"/>
              <a:buFont typeface="Arial" panose="020B0604020202020204"/>
              <a:buNone/>
            </a:pPr>
            <a:r>
              <a:rPr lang="en-GB" b="1"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Presidency School of CSE</a:t>
            </a:r>
            <a:endParaRPr dirty="0">
              <a:latin typeface="Cambria" panose="02040503050406030204" pitchFamily="18" charset="0"/>
              <a:ea typeface="Cambria" panose="02040503050406030204" pitchFamily="18" charset="0"/>
            </a:endParaRPr>
          </a:p>
          <a:p>
            <a:pPr marL="0" marR="0" lvl="0" indent="0" algn="ctr" rtl="0">
              <a:spcBef>
                <a:spcPts val="340"/>
              </a:spcBef>
              <a:spcAft>
                <a:spcPts val="0"/>
              </a:spcAft>
              <a:buClr>
                <a:srgbClr val="17365D"/>
              </a:buClr>
              <a:buSzPts val="1700"/>
              <a:buFont typeface="Arial" panose="020B0604020202020204"/>
              <a:buNone/>
            </a:pPr>
            <a:r>
              <a:rPr lang="en-GB" b="1"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Presidency University</a:t>
            </a:r>
            <a:endParaRPr dirty="0">
              <a:latin typeface="Cambria" panose="02040503050406030204" pitchFamily="18" charset="0"/>
              <a:ea typeface="Cambria" panose="02040503050406030204" pitchFamily="18" charset="0"/>
            </a:endParaRPr>
          </a:p>
          <a:p>
            <a:pPr algn="just">
              <a:spcBef>
                <a:spcPts val="340"/>
              </a:spcBef>
              <a:buClr>
                <a:srgbClr val="17365D"/>
              </a:buClr>
              <a:buSzPts val="1700"/>
            </a:pPr>
            <a:endParaRPr sz="20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endParaRPr>
          </a:p>
        </p:txBody>
      </p:sp>
      <p:sp>
        <p:nvSpPr>
          <p:cNvPr id="8" name="Google Shape;91;p13"/>
          <p:cNvSpPr txBox="1"/>
          <p:nvPr/>
        </p:nvSpPr>
        <p:spPr>
          <a:xfrm>
            <a:off x="156411" y="4130278"/>
            <a:ext cx="12249915" cy="1562100"/>
          </a:xfrm>
          <a:prstGeom prst="rect">
            <a:avLst/>
          </a:prstGeom>
          <a:noFill/>
          <a:ln>
            <a:noFill/>
          </a:ln>
        </p:spPr>
        <p:txBody>
          <a:bodyPr spcFirstLastPara="1" wrap="square" lIns="91425" tIns="45700" rIns="91425" bIns="45700" anchor="t" anchorCtr="0">
            <a:noAutofit/>
          </a:bodyPr>
          <a:lstStyle/>
          <a:p>
            <a:pPr>
              <a:buClr>
                <a:srgbClr val="17365D"/>
              </a:buClr>
              <a:buSzPct val="100000"/>
            </a:pPr>
            <a:r>
              <a:rPr lang="en-US" sz="2000" b="1" dirty="0">
                <a:solidFill>
                  <a:schemeClr val="accent1"/>
                </a:solidFill>
                <a:latin typeface="Cambria" panose="02040503050406030204" pitchFamily="18" charset="0"/>
                <a:ea typeface="Cambria" panose="02040503050406030204" pitchFamily="18" charset="0"/>
                <a:cs typeface="Times New Roman" panose="02020603050405020304" pitchFamily="18" charset="0"/>
                <a:sym typeface="Verdana" panose="020B0604030504040204"/>
              </a:rPr>
              <a:t>Name of the Program: </a:t>
            </a:r>
            <a:r>
              <a:rPr lang="en-US" sz="2000" b="1" dirty="0" err="1">
                <a:latin typeface="Cambria" panose="02040503050406030204" pitchFamily="18" charset="0"/>
                <a:ea typeface="Cambria" panose="02040503050406030204" pitchFamily="18" charset="0"/>
                <a:cs typeface="Times New Roman" panose="02020603050405020304" pitchFamily="18" charset="0"/>
                <a:sym typeface="Verdana" panose="020B0604030504040204"/>
              </a:rPr>
              <a:t>B.Tech</a:t>
            </a:r>
            <a:r>
              <a:rPr lang="en-US" sz="2000" b="1" dirty="0">
                <a:latin typeface="Cambria" panose="02040503050406030204" pitchFamily="18" charset="0"/>
                <a:ea typeface="Cambria" panose="02040503050406030204" pitchFamily="18" charset="0"/>
                <a:cs typeface="Times New Roman" panose="02020603050405020304" pitchFamily="18" charset="0"/>
                <a:sym typeface="Verdana" panose="020B0604030504040204"/>
              </a:rPr>
              <a:t> (CSE)</a:t>
            </a:r>
            <a:endParaRPr lang="en-US" sz="2000" b="1" i="0" u="none" strike="noStrike" cap="none" dirty="0">
              <a:solidFill>
                <a:schemeClr val="accent1"/>
              </a:solidFill>
              <a:latin typeface="Cambria" panose="02040503050406030204" pitchFamily="18" charset="0"/>
              <a:ea typeface="Cambria" panose="02040503050406030204" pitchFamily="18" charset="0"/>
              <a:cs typeface="Times New Roman" panose="02020603050405020304" pitchFamily="18" charset="0"/>
              <a:sym typeface="Verdana" panose="020B0604030504040204"/>
            </a:endParaRPr>
          </a:p>
          <a:p>
            <a:pPr>
              <a:buClr>
                <a:srgbClr val="17365D"/>
              </a:buClr>
              <a:buSzPct val="100000"/>
            </a:pPr>
            <a:r>
              <a:rPr lang="en-US" sz="2000" b="1" dirty="0">
                <a:solidFill>
                  <a:schemeClr val="accent1"/>
                </a:solidFill>
                <a:latin typeface="Cambria" panose="02040503050406030204" pitchFamily="18" charset="0"/>
                <a:ea typeface="Cambria" panose="02040503050406030204" pitchFamily="18" charset="0"/>
                <a:cs typeface="Times New Roman" panose="02020603050405020304" pitchFamily="18" charset="0"/>
                <a:sym typeface="Verdana" panose="020B0604030504040204"/>
              </a:rPr>
              <a:t>Name of the HoD: </a:t>
            </a:r>
            <a:r>
              <a:rPr lang="en-US" sz="2000" b="1" dirty="0">
                <a:latin typeface="Cambria" panose="02040503050406030204" pitchFamily="18" charset="0"/>
                <a:ea typeface="Cambria" panose="02040503050406030204" pitchFamily="18" charset="0"/>
                <a:cs typeface="Times New Roman" panose="02020603050405020304" pitchFamily="18" charset="0"/>
                <a:sym typeface="Verdana" panose="020B0604030504040204"/>
              </a:rPr>
              <a:t>Dr. Blessed Prince</a:t>
            </a:r>
            <a:endParaRPr lang="en-US" sz="2000" b="1" dirty="0">
              <a:solidFill>
                <a:schemeClr val="accent1"/>
              </a:solidFill>
              <a:latin typeface="Cambria" panose="02040503050406030204" pitchFamily="18" charset="0"/>
              <a:ea typeface="Cambria" panose="02040503050406030204" pitchFamily="18" charset="0"/>
              <a:cs typeface="Times New Roman" panose="02020603050405020304" pitchFamily="18" charset="0"/>
              <a:sym typeface="Verdana" panose="020B0604030504040204"/>
            </a:endParaRPr>
          </a:p>
          <a:p>
            <a:pPr>
              <a:buClr>
                <a:srgbClr val="17365D"/>
              </a:buClr>
              <a:buSzPct val="100000"/>
            </a:pPr>
            <a:r>
              <a:rPr lang="en-US" sz="2000" b="1" dirty="0">
                <a:solidFill>
                  <a:schemeClr val="accent1"/>
                </a:solidFill>
                <a:latin typeface="Cambria" panose="02040503050406030204" pitchFamily="18" charset="0"/>
                <a:ea typeface="Cambria" panose="02040503050406030204" pitchFamily="18" charset="0"/>
                <a:cs typeface="Times New Roman" panose="02020603050405020304" pitchFamily="18" charset="0"/>
                <a:sym typeface="Verdana" panose="020B0604030504040204"/>
              </a:rPr>
              <a:t>Name of the Program Internship Coordinator:</a:t>
            </a:r>
            <a:r>
              <a:rPr lang="en-US" sz="2000" b="1" dirty="0">
                <a:latin typeface="Cambria" panose="02040503050406030204" pitchFamily="18" charset="0"/>
                <a:ea typeface="Cambria" panose="02040503050406030204" pitchFamily="18" charset="0"/>
                <a:cs typeface="Times New Roman" panose="02020603050405020304" pitchFamily="18" charset="0"/>
                <a:sym typeface="Verdana" panose="020B0604030504040204"/>
              </a:rPr>
              <a:t> </a:t>
            </a:r>
            <a:r>
              <a:rPr lang="en-US" sz="2000" b="1" dirty="0">
                <a:latin typeface="Cambria" panose="02040503050406030204" pitchFamily="18" charset="0"/>
                <a:ea typeface="Cambria" panose="02040503050406030204" pitchFamily="18" charset="0"/>
                <a:cs typeface="Verdana" panose="020B0604030504040204"/>
                <a:sym typeface="Verdana" panose="020B0604030504040204"/>
              </a:rPr>
              <a:t>Ms. Vidhya R</a:t>
            </a:r>
            <a:endParaRPr lang="en-US" sz="2000" b="1" i="0" u="none" strike="noStrike" cap="none" dirty="0">
              <a:solidFill>
                <a:schemeClr val="tx1"/>
              </a:solidFill>
              <a:latin typeface="Cambria" panose="02040503050406030204" pitchFamily="18" charset="0"/>
              <a:ea typeface="Cambria" panose="02040503050406030204" pitchFamily="18" charset="0"/>
              <a:cs typeface="Times New Roman" panose="02020603050405020304" pitchFamily="18" charset="0"/>
              <a:sym typeface="Verdana" panose="020B0604030504040204"/>
            </a:endParaRPr>
          </a:p>
          <a:p>
            <a:pPr lvl="0">
              <a:buClr>
                <a:srgbClr val="17365D"/>
              </a:buClr>
              <a:buSzPct val="100000"/>
            </a:pPr>
            <a:r>
              <a:rPr lang="en-US" sz="2000" b="1" dirty="0">
                <a:solidFill>
                  <a:schemeClr val="accent1"/>
                </a:solidFill>
                <a:latin typeface="Cambria" panose="02040503050406030204" pitchFamily="18" charset="0"/>
                <a:ea typeface="Cambria" panose="02040503050406030204" pitchFamily="18" charset="0"/>
                <a:cs typeface="Times New Roman" panose="02020603050405020304" pitchFamily="18" charset="0"/>
                <a:sym typeface="Verdana" panose="020B0604030504040204"/>
              </a:rPr>
              <a:t>Name of the School Internship Coordinator: </a:t>
            </a:r>
            <a:r>
              <a:rPr lang="en-US" sz="2000" b="1" dirty="0">
                <a:latin typeface="Cambria" panose="02040503050406030204" pitchFamily="18" charset="0"/>
                <a:ea typeface="Cambria" panose="02040503050406030204" pitchFamily="18" charset="0"/>
                <a:cs typeface="Times New Roman" panose="02020603050405020304" pitchFamily="18" charset="0"/>
                <a:sym typeface="Verdana" panose="020B0604030504040204"/>
              </a:rPr>
              <a:t>Dr. Md Ziaur Rahman</a:t>
            </a:r>
            <a:endParaRPr sz="2000" b="1" i="0" u="none" strike="noStrike" cap="none" dirty="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endParaRPr>
          </a:p>
        </p:txBody>
      </p:sp>
      <p:sp>
        <p:nvSpPr>
          <p:cNvPr id="9" name="Title 1"/>
          <p:cNvSpPr txBox="1"/>
          <p:nvPr/>
        </p:nvSpPr>
        <p:spPr>
          <a:xfrm>
            <a:off x="838200" y="130629"/>
            <a:ext cx="10515600" cy="156006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17365D"/>
              </a:buClr>
              <a:buSzPts val="2800"/>
              <a:buFont typeface="Verdana" panose="020B0604030504040204"/>
              <a:buNone/>
              <a:defRPr sz="2800" b="1" i="0" u="none" strike="noStrike" cap="none">
                <a:solidFill>
                  <a:srgbClr val="17365D"/>
                </a:solidFill>
                <a:latin typeface="Verdana" panose="020B0604030504040204"/>
                <a:ea typeface="Verdana" panose="020B0604030504040204"/>
                <a:cs typeface="Verdana" panose="020B0604030504040204"/>
                <a:sym typeface="Verdana" panose="020B060403050404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algn="ctr"/>
            <a:r>
              <a:rPr lang="en-US" altLang="en-US" dirty="0">
                <a:solidFill>
                  <a:schemeClr val="accent1">
                    <a:lumMod val="75000"/>
                  </a:schemeClr>
                </a:solidFill>
                <a:latin typeface="Times New Roman" panose="02020603050405020304" pitchFamily="18" charset="0"/>
                <a:cs typeface="Times New Roman" panose="02020603050405020304" pitchFamily="18" charset="0"/>
              </a:rPr>
              <a:t>CSE7302 - INTERNSHIP</a:t>
            </a:r>
            <a:br>
              <a:rPr lang="en-IN" dirty="0">
                <a:solidFill>
                  <a:srgbClr val="FF0000"/>
                </a:solidFill>
                <a:latin typeface="Times New Roman" panose="02020603050405020304" pitchFamily="18" charset="0"/>
                <a:cs typeface="Times New Roman" panose="02020603050405020304" pitchFamily="18" charset="0"/>
              </a:rPr>
            </a:br>
            <a:r>
              <a:rPr lang="en-US" sz="2400"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Review-2 Presentation </a:t>
            </a:r>
            <a:br>
              <a:rPr lang="en-US" sz="2400"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br>
            <a:r>
              <a:rPr lang="en-US" sz="2400" dirty="0">
                <a:solidFill>
                  <a:schemeClr val="accent1"/>
                </a:solidFill>
                <a:latin typeface="Times New Roman" panose="02020603050405020304" pitchFamily="18" charset="0"/>
                <a:cs typeface="Times New Roman" panose="02020603050405020304" pitchFamily="18" charset="0"/>
              </a:rPr>
              <a:t>AI-Based Face Recognition Attendance Management System</a:t>
            </a:r>
            <a:br>
              <a:rPr lang="en-US" sz="2400"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br>
            <a:endParaRPr lang="en-US" sz="2400" dirty="0">
              <a:latin typeface="Times New Roman" panose="02020603050405020304" pitchFamily="18" charset="0"/>
              <a:cs typeface="Times New Roman" panose="02020603050405020304" pitchFamily="18" charset="0"/>
            </a:endParaRPr>
          </a:p>
        </p:txBody>
      </p:sp>
      <p:graphicFrame>
        <p:nvGraphicFramePr>
          <p:cNvPr id="10" name="Table 9"/>
          <p:cNvGraphicFramePr>
            <a:graphicFrameLocks noGrp="1"/>
          </p:cNvGraphicFramePr>
          <p:nvPr/>
        </p:nvGraphicFramePr>
        <p:xfrm>
          <a:off x="601909" y="1911875"/>
          <a:ext cx="5321552" cy="1463040"/>
        </p:xfrm>
        <a:graphic>
          <a:graphicData uri="http://schemas.openxmlformats.org/drawingml/2006/table">
            <a:tbl>
              <a:tblPr firstRow="1" bandRow="1">
                <a:tableStyleId>{5C22544A-7EE6-4342-B048-85BDC9FD1C3A}</a:tableStyleId>
              </a:tblPr>
              <a:tblGrid>
                <a:gridCol w="1371270"/>
                <a:gridCol w="3950282"/>
              </a:tblGrid>
              <a:tr h="362263">
                <a:tc gridSpan="2">
                  <a:txBody>
                    <a:bodyPr/>
                    <a:lstStyle/>
                    <a:p>
                      <a:pPr algn="ctr"/>
                      <a:r>
                        <a:rPr lang="en-US" dirty="0">
                          <a:latin typeface="Cambria" panose="02040503050406030204" pitchFamily="18" charset="0"/>
                          <a:ea typeface="Cambria" panose="02040503050406030204" pitchFamily="18" charset="0"/>
                          <a:cs typeface="Times New Roman" panose="02020603050405020304" pitchFamily="18" charset="0"/>
                        </a:rPr>
                        <a:t>Student Details</a:t>
                      </a:r>
                      <a:endParaRPr lang="en-US" dirty="0">
                        <a:latin typeface="Cambria" panose="02040503050406030204" pitchFamily="18" charset="0"/>
                        <a:ea typeface="Cambria" panose="02040503050406030204" pitchFamily="18" charset="0"/>
                        <a:cs typeface="Times New Roman" panose="02020603050405020304" pitchFamily="18" charset="0"/>
                      </a:endParaRPr>
                    </a:p>
                  </a:txBody>
                  <a:tcPr/>
                </a:tc>
                <a:tc hMerge="1">
                  <a:tcPr/>
                </a:tc>
              </a:tr>
              <a:tr h="362263">
                <a:tc>
                  <a:txBody>
                    <a:bodyPr/>
                    <a:lstStyle/>
                    <a:p>
                      <a:pPr algn="l"/>
                      <a:r>
                        <a:rPr lang="en-US" b="1" dirty="0">
                          <a:latin typeface="Cambria" panose="02040503050406030204" pitchFamily="18" charset="0"/>
                          <a:ea typeface="Cambria" panose="02040503050406030204" pitchFamily="18" charset="0"/>
                          <a:cs typeface="Times New Roman" panose="02020603050405020304" pitchFamily="18" charset="0"/>
                        </a:rPr>
                        <a:t>Name</a:t>
                      </a:r>
                      <a:endParaRPr lang="en-US" b="1" dirty="0">
                        <a:latin typeface="Cambria" panose="02040503050406030204" pitchFamily="18" charset="0"/>
                        <a:ea typeface="Cambria" panose="02040503050406030204" pitchFamily="18" charset="0"/>
                        <a:cs typeface="Times New Roman" panose="02020603050405020304" pitchFamily="18" charset="0"/>
                      </a:endParaRPr>
                    </a:p>
                  </a:txBody>
                  <a:tcPr/>
                </a:tc>
                <a:tc>
                  <a:txBody>
                    <a:bodyPr/>
                    <a:lstStyle/>
                    <a:p>
                      <a:pPr algn="ctr"/>
                      <a:r>
                        <a:rPr lang="en-US" dirty="0">
                          <a:latin typeface="Cambria" panose="02040503050406030204" pitchFamily="18" charset="0"/>
                          <a:ea typeface="Cambria" panose="02040503050406030204" pitchFamily="18" charset="0"/>
                          <a:cs typeface="Times New Roman" panose="02020603050405020304" pitchFamily="18" charset="0"/>
                        </a:rPr>
                        <a:t>KARTHIK</a:t>
                      </a:r>
                      <a:endParaRPr lang="en-US" dirty="0">
                        <a:latin typeface="Cambria" panose="02040503050406030204" pitchFamily="18" charset="0"/>
                        <a:ea typeface="Cambria" panose="02040503050406030204" pitchFamily="18" charset="0"/>
                        <a:cs typeface="Times New Roman" panose="02020603050405020304" pitchFamily="18" charset="0"/>
                      </a:endParaRPr>
                    </a:p>
                  </a:txBody>
                  <a:tcPr/>
                </a:tc>
              </a:tr>
              <a:tr h="362263">
                <a:tc>
                  <a:txBody>
                    <a:bodyPr/>
                    <a:lstStyle/>
                    <a:p>
                      <a:pPr algn="l"/>
                      <a:r>
                        <a:rPr lang="en-US" b="1" dirty="0">
                          <a:latin typeface="Cambria" panose="02040503050406030204" pitchFamily="18" charset="0"/>
                          <a:ea typeface="Cambria" panose="02040503050406030204" pitchFamily="18" charset="0"/>
                          <a:cs typeface="Times New Roman" panose="02020603050405020304" pitchFamily="18" charset="0"/>
                        </a:rPr>
                        <a:t>Roll No</a:t>
                      </a:r>
                      <a:endParaRPr lang="en-US" b="1" dirty="0">
                        <a:latin typeface="Cambria" panose="02040503050406030204" pitchFamily="18" charset="0"/>
                        <a:ea typeface="Cambria" panose="02040503050406030204" pitchFamily="18" charset="0"/>
                        <a:cs typeface="Times New Roman" panose="02020603050405020304" pitchFamily="18" charset="0"/>
                      </a:endParaRPr>
                    </a:p>
                  </a:txBody>
                  <a:tcPr/>
                </a:tc>
                <a:tc>
                  <a:txBody>
                    <a:bodyPr/>
                    <a:lstStyle/>
                    <a:p>
                      <a:pPr algn="ctr"/>
                      <a:r>
                        <a:rPr lang="en-US" dirty="0">
                          <a:latin typeface="Cambria" panose="02040503050406030204" pitchFamily="18" charset="0"/>
                          <a:ea typeface="Cambria" panose="02040503050406030204" pitchFamily="18" charset="0"/>
                          <a:cs typeface="Times New Roman" panose="02020603050405020304" pitchFamily="18" charset="0"/>
                        </a:rPr>
                        <a:t>20231CSE3047</a:t>
                      </a:r>
                      <a:endParaRPr lang="en-US" dirty="0">
                        <a:latin typeface="Cambria" panose="02040503050406030204" pitchFamily="18" charset="0"/>
                        <a:ea typeface="Cambria" panose="02040503050406030204" pitchFamily="18" charset="0"/>
                        <a:cs typeface="Times New Roman" panose="02020603050405020304" pitchFamily="18" charset="0"/>
                      </a:endParaRPr>
                    </a:p>
                  </a:txBody>
                  <a:tcPr/>
                </a:tc>
              </a:tr>
              <a:tr h="362263">
                <a:tc>
                  <a:txBody>
                    <a:bodyPr/>
                    <a:lstStyle/>
                    <a:p>
                      <a:pPr algn="l"/>
                      <a:r>
                        <a:rPr lang="en-US" b="1" dirty="0">
                          <a:latin typeface="Cambria" panose="02040503050406030204" pitchFamily="18" charset="0"/>
                          <a:ea typeface="Cambria" panose="02040503050406030204" pitchFamily="18" charset="0"/>
                          <a:cs typeface="Times New Roman" panose="02020603050405020304" pitchFamily="18" charset="0"/>
                        </a:rPr>
                        <a:t>Section</a:t>
                      </a:r>
                      <a:endParaRPr lang="en-US" b="1" dirty="0">
                        <a:latin typeface="Cambria" panose="02040503050406030204" pitchFamily="18" charset="0"/>
                        <a:ea typeface="Cambria" panose="02040503050406030204" pitchFamily="18" charset="0"/>
                        <a:cs typeface="Times New Roman" panose="02020603050405020304" pitchFamily="18" charset="0"/>
                      </a:endParaRPr>
                    </a:p>
                  </a:txBody>
                  <a:tcPr/>
                </a:tc>
                <a:tc>
                  <a:txBody>
                    <a:bodyPr/>
                    <a:lstStyle/>
                    <a:p>
                      <a:pPr algn="ctr"/>
                      <a:r>
                        <a:rPr lang="en-US" dirty="0">
                          <a:latin typeface="Cambria" panose="02040503050406030204" pitchFamily="18" charset="0"/>
                          <a:ea typeface="Cambria" panose="02040503050406030204" pitchFamily="18" charset="0"/>
                          <a:cs typeface="Times New Roman" panose="02020603050405020304" pitchFamily="18" charset="0"/>
                        </a:rPr>
                        <a:t>8CSE07</a:t>
                      </a:r>
                      <a:endParaRPr lang="en-US" dirty="0">
                        <a:latin typeface="Cambria" panose="02040503050406030204" pitchFamily="18" charset="0"/>
                        <a:ea typeface="Cambria" panose="02040503050406030204" pitchFamily="18" charset="0"/>
                        <a:cs typeface="Times New Roman" panose="02020603050405020304" pitchFamily="18" charset="0"/>
                      </a:endParaRPr>
                    </a:p>
                  </a:txBody>
                  <a:tcPr/>
                </a:tc>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panose="020B0604030504040204"/>
              <a:buNone/>
            </a:pPr>
            <a:r>
              <a:rPr lang="en-GB" dirty="0">
                <a:latin typeface="Cambria" panose="02040503050406030204" pitchFamily="18" charset="0"/>
                <a:ea typeface="Cambria" panose="02040503050406030204" pitchFamily="18" charset="0"/>
              </a:rPr>
              <a:t>Content</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704516" y="902370"/>
            <a:ext cx="10668000" cy="4271209"/>
          </a:xfrm>
          <a:prstGeom prst="rect">
            <a:avLst/>
          </a:prstGeom>
          <a:noFill/>
          <a:ln>
            <a:noFill/>
          </a:ln>
        </p:spPr>
        <p:txBody>
          <a:bodyPr spcFirstLastPara="1" wrap="square" lIns="91425" tIns="45700" rIns="91425" bIns="45700" anchor="t" anchorCtr="0">
            <a:noAutofit/>
          </a:bodyPr>
          <a:lstStyle/>
          <a:p>
            <a:pPr marL="495300" indent="-342900" algn="just">
              <a:lnSpc>
                <a:spcPct val="100000"/>
              </a:lnSpc>
              <a:spcBef>
                <a:spcPts val="0"/>
              </a:spcBef>
              <a:buFont typeface="Wingdings" panose="05000000000000000000" pitchFamily="2" charset="2"/>
              <a:buChar char="Ø"/>
            </a:pPr>
            <a:r>
              <a:rPr lang="en-US" sz="2000" b="1" dirty="0">
                <a:solidFill>
                  <a:srgbClr val="0070C0"/>
                </a:solidFill>
                <a:latin typeface="Times New Roman" panose="02020603050405020304" pitchFamily="18" charset="0"/>
                <a:cs typeface="Times New Roman" panose="02020603050405020304" pitchFamily="18" charset="0"/>
              </a:rPr>
              <a:t>About Company or Organization</a:t>
            </a:r>
            <a:endParaRPr lang="en-US" sz="2000" b="1" dirty="0">
              <a:solidFill>
                <a:srgbClr val="0070C0"/>
              </a:solidFill>
              <a:latin typeface="Times New Roman" panose="02020603050405020304" pitchFamily="18" charset="0"/>
              <a:cs typeface="Times New Roman" panose="02020603050405020304" pitchFamily="18" charset="0"/>
            </a:endParaRP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Working domain or the technology</a:t>
            </a:r>
            <a:endParaRPr lang="en-US" sz="2000" dirty="0">
              <a:latin typeface="Cambria" panose="02040503050406030204" pitchFamily="18" charset="0"/>
              <a:ea typeface="Cambria" panose="02040503050406030204" pitchFamily="18" charset="0"/>
            </a:endParaRP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About your team and reporting Manager</a:t>
            </a:r>
            <a:endParaRPr lang="en-US" sz="2000" dirty="0">
              <a:latin typeface="Cambria" panose="02040503050406030204" pitchFamily="18" charset="0"/>
              <a:ea typeface="Cambria" panose="02040503050406030204" pitchFamily="18" charset="0"/>
            </a:endParaRP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Challenges Faced in Internship</a:t>
            </a:r>
            <a:endParaRPr lang="en-US" sz="2000" dirty="0">
              <a:latin typeface="Cambria" panose="02040503050406030204" pitchFamily="18" charset="0"/>
              <a:ea typeface="Cambria" panose="02040503050406030204" pitchFamily="18" charset="0"/>
            </a:endParaRP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Objectives of the work</a:t>
            </a:r>
            <a:endParaRPr lang="en-IN" sz="2000" b="1" dirty="0">
              <a:solidFill>
                <a:schemeClr val="accent1">
                  <a:lumMod val="75000"/>
                </a:schemeClr>
              </a:solidFill>
              <a:latin typeface="Times New Roman" panose="02020603050405020304" pitchFamily="18" charset="0"/>
              <a:cs typeface="Times New Roman" panose="02020603050405020304" pitchFamily="18" charset="0"/>
            </a:endParaRP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Literature Review</a:t>
            </a:r>
            <a:endParaRPr lang="en-IN" sz="2000" b="1" dirty="0">
              <a:solidFill>
                <a:schemeClr val="accent1">
                  <a:lumMod val="75000"/>
                </a:schemeClr>
              </a:solidFill>
              <a:latin typeface="Times New Roman" panose="02020603050405020304" pitchFamily="18" charset="0"/>
              <a:cs typeface="Times New Roman" panose="02020603050405020304" pitchFamily="18" charset="0"/>
            </a:endParaRP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Proposed System</a:t>
            </a:r>
            <a:endParaRPr lang="en-IN" sz="2000" b="1" dirty="0">
              <a:solidFill>
                <a:schemeClr val="accent1">
                  <a:lumMod val="75000"/>
                </a:schemeClr>
              </a:solidFill>
              <a:latin typeface="Times New Roman" panose="02020603050405020304" pitchFamily="18" charset="0"/>
              <a:cs typeface="Times New Roman" panose="02020603050405020304" pitchFamily="18" charset="0"/>
            </a:endParaRP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Problem Statement</a:t>
            </a:r>
            <a:endParaRPr lang="en-IN" sz="2000" b="1" dirty="0">
              <a:solidFill>
                <a:schemeClr val="accent1">
                  <a:lumMod val="75000"/>
                </a:schemeClr>
              </a:solidFill>
              <a:latin typeface="Times New Roman" panose="02020603050405020304" pitchFamily="18" charset="0"/>
              <a:cs typeface="Times New Roman" panose="02020603050405020304" pitchFamily="18" charset="0"/>
            </a:endParaRP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System Requirements</a:t>
            </a:r>
            <a:endParaRPr lang="en-IN" sz="2000" b="1" dirty="0">
              <a:solidFill>
                <a:schemeClr val="accent1">
                  <a:lumMod val="75000"/>
                </a:schemeClr>
              </a:solidFill>
              <a:latin typeface="Times New Roman" panose="02020603050405020304" pitchFamily="18" charset="0"/>
              <a:cs typeface="Times New Roman" panose="02020603050405020304" pitchFamily="18" charset="0"/>
            </a:endParaRP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Advantages of Proposed System/Work</a:t>
            </a:r>
            <a:endParaRPr lang="en-IN" sz="2000" b="1" dirty="0">
              <a:solidFill>
                <a:schemeClr val="accent1">
                  <a:lumMod val="75000"/>
                </a:schemeClr>
              </a:solidFill>
              <a:latin typeface="Times New Roman" panose="02020603050405020304" pitchFamily="18" charset="0"/>
              <a:cs typeface="Times New Roman" panose="02020603050405020304" pitchFamily="18" charset="0"/>
            </a:endParaRP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Internship Roadmap</a:t>
            </a:r>
            <a:endParaRPr lang="en-IN" sz="2000" b="1" dirty="0">
              <a:solidFill>
                <a:schemeClr val="accent1">
                  <a:lumMod val="75000"/>
                </a:schemeClr>
              </a:solidFill>
              <a:latin typeface="Times New Roman" panose="02020603050405020304" pitchFamily="18" charset="0"/>
              <a:cs typeface="Times New Roman" panose="02020603050405020304" pitchFamily="18" charset="0"/>
            </a:endParaRP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Github Link</a:t>
            </a:r>
            <a:endParaRPr lang="en-US" sz="2000" dirty="0">
              <a:latin typeface="Cambria" panose="02040503050406030204" pitchFamily="18" charset="0"/>
              <a:ea typeface="Cambria" panose="02040503050406030204" pitchFamily="18" charset="0"/>
            </a:endParaRPr>
          </a:p>
          <a:p>
            <a:pPr marL="495300" lvl="0" indent="-342900" algn="just" rtl="0">
              <a:lnSpc>
                <a:spcPct val="100000"/>
              </a:lnSpc>
              <a:spcBef>
                <a:spcPts val="0"/>
              </a:spcBef>
              <a:spcAft>
                <a:spcPts val="0"/>
              </a:spcAft>
              <a:buClr>
                <a:schemeClr val="dk1"/>
              </a:buClr>
              <a:buSzPts val="2400"/>
              <a:buFont typeface="Wingdings" panose="05000000000000000000" pitchFamily="2" charset="2"/>
              <a:buChar char="Ø"/>
            </a:pPr>
            <a:endParaRPr sz="2000" dirty="0">
              <a:latin typeface="Cambria" panose="02040503050406030204" pitchFamily="18" charset="0"/>
              <a:ea typeface="Cambria" panose="020405030504060302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05485" y="175261"/>
            <a:ext cx="10515600" cy="679904"/>
          </a:xfrm>
        </p:spPr>
        <p:txBody>
          <a:bodyPr/>
          <a:lstStyle/>
          <a:p>
            <a:r>
              <a:rPr lang="en-US" sz="3200" b="1" dirty="0">
                <a:solidFill>
                  <a:srgbClr val="0070C0"/>
                </a:solidFill>
                <a:latin typeface="Times New Roman" panose="02020603050405020304" pitchFamily="18" charset="0"/>
                <a:cs typeface="Times New Roman" panose="02020603050405020304" pitchFamily="18" charset="0"/>
              </a:rPr>
              <a:t>About Company or Organization</a:t>
            </a:r>
            <a:endParaRPr lang="en-US" sz="3200" b="1" dirty="0">
              <a:solidFill>
                <a:srgbClr val="0070C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705485" y="959306"/>
            <a:ext cx="10515600" cy="4193176"/>
          </a:xfrm>
        </p:spPr>
        <p:txBody>
          <a:bodyPr>
            <a:noAutofit/>
          </a:bodyPr>
          <a:lstStyle/>
          <a:p>
            <a:r>
              <a:rPr lang="en-US" altLang="en-US" dirty="0">
                <a:latin typeface="Times New Roman" panose="02020603050405020304" pitchFamily="18" charset="0"/>
                <a:cs typeface="Times New Roman" panose="02020603050405020304" pitchFamily="18" charset="0"/>
              </a:rPr>
              <a:t>Rail Wheel Factory (RWF) is a public sector undertaking under the Ministry of Railways, Government of India.</a:t>
            </a:r>
            <a:endParaRPr lang="en-US" altLang="en-US" dirty="0">
              <a:latin typeface="Times New Roman" panose="02020603050405020304" pitchFamily="18" charset="0"/>
              <a:cs typeface="Times New Roman" panose="02020603050405020304" pitchFamily="18" charset="0"/>
            </a:endParaRPr>
          </a:p>
          <a:p>
            <a:r>
              <a:rPr lang="en-US" altLang="en-US" dirty="0">
                <a:latin typeface="Times New Roman" panose="02020603050405020304" pitchFamily="18" charset="0"/>
                <a:cs typeface="Times New Roman" panose="02020603050405020304" pitchFamily="18" charset="0"/>
              </a:rPr>
              <a:t>It is located in Yelahanka, Bengaluru, Karnataka.</a:t>
            </a:r>
            <a:endParaRPr lang="en-US" altLang="en-US" dirty="0">
              <a:latin typeface="Times New Roman" panose="02020603050405020304" pitchFamily="18" charset="0"/>
              <a:cs typeface="Times New Roman" panose="02020603050405020304" pitchFamily="18" charset="0"/>
            </a:endParaRPr>
          </a:p>
          <a:p>
            <a:r>
              <a:rPr lang="en-US" altLang="en-US" dirty="0">
                <a:latin typeface="Times New Roman" panose="02020603050405020304" pitchFamily="18" charset="0"/>
                <a:cs typeface="Times New Roman" panose="02020603050405020304" pitchFamily="18" charset="0"/>
              </a:rPr>
              <a:t>The organization plays a crucial role in supporting Indian Railways through manufacturing and engineering operations.</a:t>
            </a:r>
            <a:endParaRPr lang="en-US" altLang="en-US" dirty="0">
              <a:latin typeface="Times New Roman" panose="02020603050405020304" pitchFamily="18" charset="0"/>
              <a:cs typeface="Times New Roman" panose="02020603050405020304" pitchFamily="18" charset="0"/>
            </a:endParaRPr>
          </a:p>
          <a:p>
            <a:r>
              <a:rPr lang="en-US" altLang="en-US" dirty="0">
                <a:latin typeface="Times New Roman" panose="02020603050405020304" pitchFamily="18" charset="0"/>
                <a:cs typeface="Times New Roman" panose="02020603050405020304" pitchFamily="18" charset="0"/>
              </a:rPr>
              <a:t>RWF focuses on improving operational efficiency through modernization and digital transformation.</a:t>
            </a:r>
            <a:endParaRPr lang="en-US" altLang="en-US" dirty="0">
              <a:latin typeface="Times New Roman" panose="02020603050405020304" pitchFamily="18" charset="0"/>
              <a:cs typeface="Times New Roman" panose="02020603050405020304" pitchFamily="18" charset="0"/>
            </a:endParaRPr>
          </a:p>
          <a:p>
            <a:r>
              <a:rPr lang="en-US" altLang="en-US" dirty="0">
                <a:latin typeface="Times New Roman" panose="02020603050405020304" pitchFamily="18" charset="0"/>
                <a:cs typeface="Times New Roman" panose="02020603050405020304" pitchFamily="18" charset="0"/>
              </a:rPr>
              <a:t>It adopts IT-based solutions to enhance data management and internal workflow systems.</a:t>
            </a:r>
            <a:r>
              <a:rPr lang="en-US" dirty="0">
                <a:latin typeface="Times New Roman" panose="02020603050405020304" pitchFamily="18" charset="0"/>
                <a:cs typeface="Times New Roman" panose="02020603050405020304" pitchFamily="18" charset="0"/>
              </a:rPr>
              <a:t>Products &amp; Services</a:t>
            </a:r>
            <a:endParaRPr lang="en-US" dirty="0">
              <a:latin typeface="Times New Roman" panose="02020603050405020304" pitchFamily="18" charset="0"/>
              <a:cs typeface="Times New Roman" panose="02020603050405020304" pitchFamily="18" charset="0"/>
            </a:endParaRPr>
          </a:p>
          <a:p>
            <a:r>
              <a:rPr lang="en-US" altLang="en-US" dirty="0">
                <a:latin typeface="Times New Roman" panose="02020603050405020304" pitchFamily="18" charset="0"/>
                <a:cs typeface="Times New Roman" panose="02020603050405020304" pitchFamily="18" charset="0"/>
              </a:rPr>
              <a:t>The organization promotes automation and technology-driven processes within its departments.</a:t>
            </a:r>
            <a:endParaRPr lang="en-US"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fld>
            <a:endParaRPr lang="en-US"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9895" y="92075"/>
            <a:ext cx="10515600" cy="819241"/>
          </a:xfrm>
        </p:spPr>
        <p:txBody>
          <a:bodyPr/>
          <a:lstStyle/>
          <a:p>
            <a:r>
              <a:rPr lang="en-IN" sz="3200" b="1" dirty="0">
                <a:solidFill>
                  <a:schemeClr val="accent1">
                    <a:lumMod val="75000"/>
                  </a:schemeClr>
                </a:solidFill>
                <a:latin typeface="Times New Roman" panose="02020603050405020304" pitchFamily="18" charset="0"/>
                <a:cs typeface="Times New Roman" panose="02020603050405020304" pitchFamily="18" charset="0"/>
              </a:rPr>
              <a:t>Working domain or the technology</a:t>
            </a:r>
            <a:endParaRPr lang="en-IN" sz="3200" b="1"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98475" y="730342"/>
            <a:ext cx="10855036" cy="4883924"/>
          </a:xfrm>
        </p:spPr>
        <p:txBody>
          <a:bodyPr>
            <a:noAutofit/>
          </a:bodyPr>
          <a:lstStyle/>
          <a:p>
            <a:pPr>
              <a:buNone/>
            </a:pPr>
            <a:r>
              <a:rPr lang="en-US" sz="2800" b="1" dirty="0">
                <a:latin typeface="Times New Roman" panose="02020603050405020304" pitchFamily="18" charset="0"/>
                <a:cs typeface="Times New Roman" panose="02020603050405020304" pitchFamily="18" charset="0"/>
              </a:rPr>
              <a:t>Domain: Artificial Intelligence &amp; Computer Vision</a:t>
            </a:r>
            <a:r>
              <a:rPr lang="en-US" sz="2800" b="1" dirty="0">
                <a:latin typeface="Times New Roman" panose="02020603050405020304" pitchFamily="18" charset="0"/>
                <a:cs typeface="Times New Roman" panose="02020603050405020304" pitchFamily="18" charset="0"/>
              </a:rPr>
              <a:t>		</a:t>
            </a:r>
            <a:endParaRPr lang="en-US" sz="2800" b="1" dirty="0">
              <a:latin typeface="Times New Roman" panose="02020603050405020304" pitchFamily="18" charset="0"/>
              <a:cs typeface="Times New Roman" panose="02020603050405020304" pitchFamily="18" charset="0"/>
            </a:endParaRPr>
          </a:p>
          <a:p>
            <a:pPr lvl="1"/>
            <a:r>
              <a:rPr lang="en-US" sz="2800" dirty="0">
                <a:latin typeface="Times New Roman" panose="02020603050405020304" pitchFamily="18" charset="0"/>
                <a:cs typeface="Times New Roman" panose="02020603050405020304" pitchFamily="18" charset="0"/>
              </a:rPr>
              <a:t>The project is based on </a:t>
            </a:r>
            <a:r>
              <a:rPr lang="en-US" sz="2800" b="1" dirty="0">
                <a:latin typeface="Times New Roman" panose="02020603050405020304" pitchFamily="18" charset="0"/>
                <a:cs typeface="Times New Roman" panose="02020603050405020304" pitchFamily="18" charset="0"/>
              </a:rPr>
              <a:t>Artificial Intelligence (AI)</a:t>
            </a:r>
            <a:r>
              <a:rPr lang="en-US" sz="2800" dirty="0">
                <a:latin typeface="Times New Roman" panose="02020603050405020304" pitchFamily="18" charset="0"/>
                <a:cs typeface="Times New Roman" panose="02020603050405020304" pitchFamily="18" charset="0"/>
              </a:rPr>
              <a:t> and </a:t>
            </a:r>
            <a:r>
              <a:rPr lang="en-US" sz="2800" b="1" dirty="0">
                <a:latin typeface="Times New Roman" panose="02020603050405020304" pitchFamily="18" charset="0"/>
                <a:cs typeface="Times New Roman" panose="02020603050405020304" pitchFamily="18" charset="0"/>
              </a:rPr>
              <a:t>Computer Vision</a:t>
            </a:r>
            <a:r>
              <a:rPr lang="en-US" sz="2800" dirty="0">
                <a:latin typeface="Times New Roman" panose="02020603050405020304" pitchFamily="18" charset="0"/>
                <a:cs typeface="Times New Roman" panose="02020603050405020304" pitchFamily="18" charset="0"/>
              </a:rPr>
              <a:t> technologies.</a:t>
            </a:r>
            <a:endParaRPr lang="en-US" sz="2800" dirty="0">
              <a:latin typeface="Times New Roman" panose="02020603050405020304" pitchFamily="18" charset="0"/>
              <a:cs typeface="Times New Roman" panose="02020603050405020304" pitchFamily="18" charset="0"/>
            </a:endParaRPr>
          </a:p>
          <a:p>
            <a:pPr lvl="1"/>
            <a:r>
              <a:rPr lang="en-US" sz="2800" dirty="0">
                <a:latin typeface="Times New Roman" panose="02020603050405020304" pitchFamily="18" charset="0"/>
                <a:cs typeface="Times New Roman" panose="02020603050405020304" pitchFamily="18" charset="0"/>
              </a:rPr>
              <a:t>It uses </a:t>
            </a:r>
            <a:r>
              <a:rPr lang="en-US" sz="2800" b="1" dirty="0">
                <a:latin typeface="Times New Roman" panose="02020603050405020304" pitchFamily="18" charset="0"/>
                <a:cs typeface="Times New Roman" panose="02020603050405020304" pitchFamily="18" charset="0"/>
              </a:rPr>
              <a:t>Face Recognition</a:t>
            </a:r>
            <a:r>
              <a:rPr lang="en-US" sz="2800" dirty="0">
                <a:latin typeface="Times New Roman" panose="02020603050405020304" pitchFamily="18" charset="0"/>
                <a:cs typeface="Times New Roman" panose="02020603050405020304" pitchFamily="18" charset="0"/>
              </a:rPr>
              <a:t> to automatically identify employees/students.</a:t>
            </a:r>
            <a:endParaRPr lang="en-US" sz="2800" dirty="0">
              <a:latin typeface="Times New Roman" panose="02020603050405020304" pitchFamily="18" charset="0"/>
              <a:cs typeface="Times New Roman" panose="02020603050405020304" pitchFamily="18" charset="0"/>
            </a:endParaRPr>
          </a:p>
          <a:p>
            <a:pPr lvl="1"/>
            <a:r>
              <a:rPr lang="en-US" sz="2800" dirty="0">
                <a:latin typeface="Times New Roman" panose="02020603050405020304" pitchFamily="18" charset="0"/>
                <a:cs typeface="Times New Roman" panose="02020603050405020304" pitchFamily="18" charset="0"/>
              </a:rPr>
              <a:t>The system captures live video and detects human faces in real time.</a:t>
            </a:r>
            <a:endParaRPr lang="en-US" sz="2800" dirty="0">
              <a:latin typeface="Times New Roman" panose="02020603050405020304" pitchFamily="18" charset="0"/>
              <a:cs typeface="Times New Roman" panose="02020603050405020304" pitchFamily="18" charset="0"/>
            </a:endParaRPr>
          </a:p>
          <a:p>
            <a:pPr>
              <a:buNone/>
            </a:pPr>
            <a:r>
              <a:rPr lang="en-US" sz="2800" b="1" dirty="0">
                <a:latin typeface="Times New Roman" panose="02020603050405020304" pitchFamily="18" charset="0"/>
                <a:cs typeface="Times New Roman" panose="02020603050405020304" pitchFamily="18" charset="0"/>
              </a:rPr>
              <a:t>Technologies Used</a:t>
            </a:r>
            <a:endParaRPr lang="en-US" sz="2800" b="1" dirty="0">
              <a:latin typeface="Times New Roman" panose="02020603050405020304" pitchFamily="18" charset="0"/>
              <a:cs typeface="Times New Roman" panose="02020603050405020304" pitchFamily="18" charset="0"/>
            </a:endParaRPr>
          </a:p>
          <a:p>
            <a:pPr lvl="1"/>
            <a:r>
              <a:rPr lang="en-US" sz="2800" b="1" dirty="0">
                <a:latin typeface="Times New Roman" panose="02020603050405020304" pitchFamily="18" charset="0"/>
                <a:cs typeface="Times New Roman" panose="02020603050405020304" pitchFamily="18" charset="0"/>
              </a:rPr>
              <a:t>Frontend:</a:t>
            </a:r>
            <a:r>
              <a:rPr lang="en-US" sz="2800" dirty="0">
                <a:latin typeface="Times New Roman" panose="02020603050405020304" pitchFamily="18" charset="0"/>
                <a:cs typeface="Times New Roman" panose="02020603050405020304" pitchFamily="18" charset="0"/>
              </a:rPr>
              <a:t> React.js, JavaScript</a:t>
            </a:r>
            <a:endParaRPr lang="en-US" sz="2800" dirty="0">
              <a:latin typeface="Times New Roman" panose="02020603050405020304" pitchFamily="18" charset="0"/>
              <a:cs typeface="Times New Roman" panose="02020603050405020304" pitchFamily="18" charset="0"/>
            </a:endParaRPr>
          </a:p>
          <a:p>
            <a:pPr lvl="1"/>
            <a:r>
              <a:rPr lang="en-US" sz="2800" b="1" dirty="0">
                <a:latin typeface="Times New Roman" panose="02020603050405020304" pitchFamily="18" charset="0"/>
                <a:cs typeface="Times New Roman" panose="02020603050405020304" pitchFamily="18" charset="0"/>
              </a:rPr>
              <a:t>Backend:</a:t>
            </a:r>
            <a:r>
              <a:rPr lang="en-US" sz="2800" dirty="0">
                <a:latin typeface="Times New Roman" panose="02020603050405020304" pitchFamily="18" charset="0"/>
                <a:cs typeface="Times New Roman" panose="02020603050405020304" pitchFamily="18" charset="0"/>
              </a:rPr>
              <a:t> Python, Flask</a:t>
            </a:r>
            <a:endParaRPr lang="en-US" sz="2800" dirty="0">
              <a:latin typeface="Times New Roman" panose="02020603050405020304" pitchFamily="18" charset="0"/>
              <a:cs typeface="Times New Roman" panose="02020603050405020304" pitchFamily="18" charset="0"/>
            </a:endParaRPr>
          </a:p>
          <a:p>
            <a:pPr lvl="1"/>
            <a:r>
              <a:rPr lang="en-US" sz="2800" b="1" dirty="0">
                <a:latin typeface="Times New Roman" panose="02020603050405020304" pitchFamily="18" charset="0"/>
                <a:cs typeface="Times New Roman" panose="02020603050405020304" pitchFamily="18" charset="0"/>
              </a:rPr>
              <a:t>Database:</a:t>
            </a:r>
            <a:r>
              <a:rPr lang="en-US" sz="2800" dirty="0">
                <a:latin typeface="Times New Roman" panose="02020603050405020304" pitchFamily="18" charset="0"/>
                <a:cs typeface="Times New Roman" panose="02020603050405020304" pitchFamily="18" charset="0"/>
              </a:rPr>
              <a:t> SQLite</a:t>
            </a:r>
            <a:endParaRPr lang="en-US" sz="2800" dirty="0">
              <a:latin typeface="Times New Roman" panose="02020603050405020304" pitchFamily="18" charset="0"/>
              <a:cs typeface="Times New Roman" panose="02020603050405020304" pitchFamily="18" charset="0"/>
            </a:endParaRPr>
          </a:p>
          <a:p>
            <a:pPr lvl="1"/>
            <a:r>
              <a:rPr lang="en-US" sz="2800" b="1" dirty="0">
                <a:latin typeface="Times New Roman" panose="02020603050405020304" pitchFamily="18" charset="0"/>
                <a:cs typeface="Times New Roman" panose="02020603050405020304" pitchFamily="18" charset="0"/>
              </a:rPr>
              <a:t>AI Libraries:</a:t>
            </a:r>
            <a:r>
              <a:rPr lang="en-US" sz="2800" dirty="0">
                <a:latin typeface="Times New Roman" panose="02020603050405020304" pitchFamily="18" charset="0"/>
                <a:cs typeface="Times New Roman" panose="02020603050405020304" pitchFamily="18" charset="0"/>
              </a:rPr>
              <a:t> OpenCV, Insight Face, ONNX Runtime</a:t>
            </a:r>
            <a:endParaRPr lang="en-US" sz="2800" dirty="0">
              <a:latin typeface="Times New Roman" panose="02020603050405020304" pitchFamily="18" charset="0"/>
              <a:cs typeface="Times New Roman" panose="02020603050405020304" pitchFamily="18" charset="0"/>
            </a:endParaRPr>
          </a:p>
          <a:p>
            <a:pPr lvl="1"/>
            <a:r>
              <a:rPr lang="en-US" sz="2800" b="1" dirty="0">
                <a:latin typeface="Times New Roman" panose="02020603050405020304" pitchFamily="18" charset="0"/>
                <a:cs typeface="Times New Roman" panose="02020603050405020304" pitchFamily="18" charset="0"/>
              </a:rPr>
              <a:t>Tools:</a:t>
            </a:r>
            <a:r>
              <a:rPr lang="en-US" sz="2800" dirty="0">
                <a:latin typeface="Times New Roman" panose="02020603050405020304" pitchFamily="18" charset="0"/>
                <a:cs typeface="Times New Roman" panose="02020603050405020304" pitchFamily="18" charset="0"/>
              </a:rPr>
              <a:t> VS Code</a:t>
            </a:r>
            <a:endParaRPr lang="en-IN" sz="28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fld>
            <a:endParaRPr lang="en-US"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r>
              <a:rPr lang="en-IN" sz="3200" b="1" dirty="0">
                <a:solidFill>
                  <a:schemeClr val="accent1">
                    <a:lumMod val="75000"/>
                  </a:schemeClr>
                </a:solidFill>
                <a:latin typeface="Times New Roman" panose="02020603050405020304" pitchFamily="18" charset="0"/>
                <a:cs typeface="Times New Roman" panose="02020603050405020304" pitchFamily="18" charset="0"/>
              </a:rPr>
              <a:t>About your team and reporting Manager</a:t>
            </a:r>
            <a:endParaRPr lang="en-IN" sz="3200" b="1"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762000" y="1070702"/>
            <a:ext cx="10515600" cy="4058194"/>
          </a:xfrm>
        </p:spPr>
        <p:txBody>
          <a:bodyPr>
            <a:noAutofit/>
          </a:bodyPr>
          <a:lstStyle/>
          <a:p>
            <a:pPr algn="just"/>
            <a:r>
              <a:rPr lang="en-US" sz="2700" dirty="0">
                <a:latin typeface="Times New Roman" panose="02020603050405020304" pitchFamily="18" charset="0"/>
                <a:cs typeface="Times New Roman" panose="02020603050405020304" pitchFamily="18" charset="0"/>
                <a:sym typeface="+mn-ea"/>
              </a:rPr>
              <a:t>Individual Leader: </a:t>
            </a:r>
            <a:r>
              <a:rPr lang="en-US" sz="2700" b="1" dirty="0">
                <a:latin typeface="Times New Roman" panose="02020603050405020304" pitchFamily="18" charset="0"/>
                <a:cs typeface="Times New Roman" panose="02020603050405020304" pitchFamily="18" charset="0"/>
                <a:sym typeface="+mn-ea"/>
              </a:rPr>
              <a:t>Karthik</a:t>
            </a:r>
            <a:endParaRPr lang="en-US" sz="2700" dirty="0">
              <a:latin typeface="Times New Roman" panose="02020603050405020304" pitchFamily="18" charset="0"/>
              <a:cs typeface="Times New Roman" panose="02020603050405020304" pitchFamily="18" charset="0"/>
            </a:endParaRPr>
          </a:p>
          <a:p>
            <a:pPr algn="just"/>
            <a:r>
              <a:rPr lang="en-US" sz="2700" dirty="0"/>
              <a:t>I worked under the guidance of my </a:t>
            </a:r>
            <a:r>
              <a:rPr lang="en-US" sz="2700" b="1" dirty="0"/>
              <a:t>Team Lead: </a:t>
            </a:r>
            <a:r>
              <a:rPr lang="en-US" sz="2700" b="1" i="1" dirty="0"/>
              <a:t>Mr. Buddha </a:t>
            </a:r>
            <a:r>
              <a:rPr lang="en-US" sz="2700" b="1" i="1" dirty="0" err="1"/>
              <a:t>AppaRao</a:t>
            </a:r>
            <a:r>
              <a:rPr lang="en-US" sz="2700" dirty="0"/>
              <a:t> at </a:t>
            </a:r>
            <a:r>
              <a:rPr lang="en-US" sz="2700" b="1" dirty="0"/>
              <a:t>Rail Wheel Factory</a:t>
            </a:r>
            <a:r>
              <a:rPr lang="en-US" sz="2700" dirty="0"/>
              <a:t>.</a:t>
            </a:r>
            <a:endParaRPr lang="en-US" sz="2700" dirty="0"/>
          </a:p>
          <a:p>
            <a:pPr algn="just"/>
            <a:r>
              <a:rPr lang="en-US" sz="2700" dirty="0"/>
              <a:t>My team consisted of software engineers, supervisors, and interns.</a:t>
            </a:r>
            <a:endParaRPr lang="en-US" sz="2700" dirty="0"/>
          </a:p>
          <a:p>
            <a:pPr algn="just"/>
            <a:r>
              <a:rPr lang="en-US" sz="2700" dirty="0"/>
              <a:t>I was involved in developing the </a:t>
            </a:r>
            <a:r>
              <a:rPr lang="en-US" sz="2700" b="1" dirty="0"/>
              <a:t>AI Face Recognition Attendance System</a:t>
            </a:r>
            <a:r>
              <a:rPr lang="en-US" sz="2700" dirty="0"/>
              <a:t>.</a:t>
            </a:r>
            <a:endParaRPr lang="en-US" sz="2700" dirty="0"/>
          </a:p>
          <a:p>
            <a:pPr algn="just"/>
            <a:r>
              <a:rPr lang="en-US" sz="2700" dirty="0"/>
              <a:t>My responsibilities included frontend, backend, and AI model integration.</a:t>
            </a:r>
            <a:endParaRPr lang="en-US" sz="2700" dirty="0"/>
          </a:p>
          <a:p>
            <a:pPr algn="just"/>
            <a:r>
              <a:rPr lang="en-US" sz="2700" dirty="0"/>
              <a:t>I received regular guidance, reviews, and technical support from my team lead.</a:t>
            </a:r>
            <a:endParaRPr lang="en-US" sz="2700" dirty="0"/>
          </a:p>
          <a:p>
            <a:pPr algn="just"/>
            <a:r>
              <a:rPr lang="en-US" sz="2700" dirty="0"/>
              <a:t>Periodic discussions helped in improving my technical and professional skills.</a:t>
            </a:r>
            <a:endParaRPr lang="en-US" sz="2700" dirty="0"/>
          </a:p>
          <a:p>
            <a:pPr>
              <a:buNone/>
            </a:pPr>
            <a:endParaRPr lang="en-US" sz="24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fld>
            <a:endParaRPr lang="en-US" altLang="en-US"/>
          </a:p>
        </p:txBody>
      </p:sp>
      <p:sp>
        <p:nvSpPr>
          <p:cNvPr id="5" name="Text Box 4"/>
          <p:cNvSpPr txBox="1"/>
          <p:nvPr/>
        </p:nvSpPr>
        <p:spPr>
          <a:xfrm>
            <a:off x="2689225" y="5639435"/>
            <a:ext cx="4064000" cy="368300"/>
          </a:xfrm>
          <a:prstGeom prst="rect">
            <a:avLst/>
          </a:prstGeom>
          <a:noFill/>
        </p:spPr>
        <p:txBody>
          <a:bodyPr wrap="square" rtlCol="0">
            <a:spAutoFit/>
          </a:bodyPr>
          <a:p>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r>
              <a:rPr lang="en-IN" sz="3200" b="1" dirty="0">
                <a:solidFill>
                  <a:schemeClr val="accent1">
                    <a:lumMod val="75000"/>
                  </a:schemeClr>
                </a:solidFill>
                <a:latin typeface="Times New Roman" panose="02020603050405020304" pitchFamily="18" charset="0"/>
                <a:cs typeface="Times New Roman" panose="02020603050405020304" pitchFamily="18" charset="0"/>
              </a:rPr>
              <a:t>Challenges Faced in Internship</a:t>
            </a:r>
            <a:endParaRPr lang="en-IN" sz="3200" b="1"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184367"/>
            <a:ext cx="10515600" cy="4058194"/>
          </a:xfrm>
        </p:spPr>
        <p:txBody>
          <a:bodyPr/>
          <a:lstStyle/>
          <a:p>
            <a:pPr algn="just"/>
            <a:r>
              <a:rPr lang="en-US" dirty="0">
                <a:latin typeface="Times New Roman" panose="02020603050405020304" pitchFamily="18" charset="0"/>
                <a:cs typeface="Times New Roman" panose="02020603050405020304" pitchFamily="18" charset="0"/>
              </a:rPr>
              <a:t>Difficulty in learning AI and face recognition technology.</a:t>
            </a:r>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Issues in installing libraries and environment setup.</a:t>
            </a:r>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Camera and OpenCV related errors.</a:t>
            </a:r>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Improving system accuracy and performance.</a:t>
            </a:r>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Managing time between learning new technologies and project development.</a:t>
            </a:r>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Debugging errors and resolving runtime issues during implementation</a:t>
            </a:r>
            <a:endParaRPr lang="en-US" dirty="0">
              <a:latin typeface="Times New Roman" panose="02020603050405020304" pitchFamily="18" charset="0"/>
              <a:cs typeface="Times New Roman" panose="02020603050405020304" pitchFamily="18" charset="0"/>
            </a:endParaRPr>
          </a:p>
          <a:p>
            <a:pPr algn="just"/>
            <a:endParaRPr lang="en-US" dirty="0">
              <a:latin typeface="Times New Roman" panose="02020603050405020304" pitchFamily="18" charset="0"/>
              <a:cs typeface="Times New Roman" panose="02020603050405020304" pitchFamily="18" charset="0"/>
            </a:endParaRPr>
          </a:p>
          <a:p>
            <a:pPr algn="just">
              <a:buNone/>
            </a:pPr>
            <a:endParaRPr lang="en-IN"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fld>
            <a:endParaRPr lang="en-US"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r>
              <a:rPr lang="en-IN" sz="3200" b="1" dirty="0">
                <a:solidFill>
                  <a:schemeClr val="accent1">
                    <a:lumMod val="75000"/>
                  </a:schemeClr>
                </a:solidFill>
                <a:latin typeface="Times New Roman" panose="02020603050405020304" pitchFamily="18" charset="0"/>
                <a:cs typeface="Times New Roman" panose="02020603050405020304" pitchFamily="18" charset="0"/>
              </a:rPr>
              <a:t>Objectives of the work</a:t>
            </a:r>
            <a:endParaRPr lang="en-IN" sz="3200" b="1"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184367"/>
            <a:ext cx="10515600" cy="4058194"/>
          </a:xfrm>
        </p:spPr>
        <p:txBody>
          <a:bodyPr>
            <a:normAutofit lnSpcReduction="10000"/>
          </a:bodyPr>
          <a:lstStyle/>
          <a:p>
            <a:pPr algn="just"/>
            <a:r>
              <a:rPr lang="en-US" dirty="0">
                <a:latin typeface="Times New Roman" panose="02020603050405020304" pitchFamily="18" charset="0"/>
                <a:cs typeface="Times New Roman" panose="02020603050405020304" pitchFamily="18" charset="0"/>
              </a:rPr>
              <a:t>To develop an AI-based Face Recognition Attendance System for automatic attendance marking.</a:t>
            </a:r>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To reduce manual effort and errors in traditional attendance systems.</a:t>
            </a:r>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To implement real-time face detection and recognition using Machine Learning.</a:t>
            </a:r>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To store and manage attendance records securely using a database.</a:t>
            </a:r>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To provide an easy-to-use web interface using React and Flask.</a:t>
            </a:r>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To improve efficiency and accuracy in attendance management at Rail Wheel Factory.</a:t>
            </a:r>
            <a:endParaRPr lang="en-US" dirty="0">
              <a:latin typeface="Times New Roman" panose="02020603050405020304" pitchFamily="18" charset="0"/>
              <a:cs typeface="Times New Roman" panose="02020603050405020304" pitchFamily="18" charset="0"/>
            </a:endParaRPr>
          </a:p>
          <a:p>
            <a:pPr algn="just"/>
            <a:endParaRPr lang="en-IN"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fld>
            <a:endParaRPr lang="en-US"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94310"/>
            <a:ext cx="10515600" cy="819241"/>
          </a:xfrm>
        </p:spPr>
        <p:txBody>
          <a:bodyPr/>
          <a:lstStyle/>
          <a:p>
            <a:pPr marL="152400" algn="just">
              <a:lnSpc>
                <a:spcPct val="100000"/>
              </a:lnSpc>
              <a:spcBef>
                <a:spcPts val="0"/>
              </a:spcBef>
            </a:pPr>
            <a:r>
              <a:rPr lang="en-IN" sz="3200" b="1" dirty="0">
                <a:solidFill>
                  <a:schemeClr val="accent1">
                    <a:lumMod val="75000"/>
                  </a:schemeClr>
                </a:solidFill>
                <a:latin typeface="Times New Roman" panose="02020603050405020304" pitchFamily="18" charset="0"/>
                <a:cs typeface="Times New Roman" panose="02020603050405020304" pitchFamily="18" charset="0"/>
              </a:rPr>
              <a:t>Literature Review</a:t>
            </a:r>
            <a:endParaRPr lang="en-IN" sz="3200" b="1"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376555" y="1013460"/>
            <a:ext cx="9857105" cy="4635500"/>
          </a:xfrm>
        </p:spPr>
        <p:txBody>
          <a:bodyPr>
            <a:noAutofit/>
          </a:bodyPr>
          <a:lstStyle/>
          <a:p>
            <a:pPr lvl="1" algn="just"/>
            <a:r>
              <a:rPr lang="en-US" altLang="en-US" sz="2800" dirty="0">
                <a:latin typeface="Times New Roman" panose="02020603050405020304" pitchFamily="18" charset="0"/>
                <a:cs typeface="Times New Roman" panose="02020603050405020304" pitchFamily="18" charset="0"/>
              </a:rPr>
              <a:t>Earlier attendance systems used manual methods, RFID cards, and biometric systems.</a:t>
            </a:r>
            <a:endParaRPr lang="en-US" altLang="en-US" sz="2800" dirty="0">
              <a:latin typeface="Times New Roman" panose="02020603050405020304" pitchFamily="18" charset="0"/>
              <a:cs typeface="Times New Roman" panose="02020603050405020304" pitchFamily="18" charset="0"/>
            </a:endParaRPr>
          </a:p>
          <a:p>
            <a:pPr lvl="1" algn="just"/>
            <a:r>
              <a:rPr lang="en-US" altLang="en-US" sz="2800" dirty="0">
                <a:latin typeface="Times New Roman" panose="02020603050405020304" pitchFamily="18" charset="0"/>
                <a:cs typeface="Times New Roman" panose="02020603050405020304" pitchFamily="18" charset="0"/>
              </a:rPr>
              <a:t>These methods are time-consuming and allow proxy attendance.</a:t>
            </a:r>
            <a:endParaRPr lang="en-US" altLang="en-US" sz="2800" dirty="0">
              <a:latin typeface="Times New Roman" panose="02020603050405020304" pitchFamily="18" charset="0"/>
              <a:cs typeface="Times New Roman" panose="02020603050405020304" pitchFamily="18" charset="0"/>
            </a:endParaRPr>
          </a:p>
          <a:p>
            <a:pPr lvl="1" algn="just"/>
            <a:r>
              <a:rPr lang="en-US" altLang="en-US" sz="2800" dirty="0">
                <a:latin typeface="Times New Roman" panose="02020603050405020304" pitchFamily="18" charset="0"/>
                <a:cs typeface="Times New Roman" panose="02020603050405020304" pitchFamily="18" charset="0"/>
              </a:rPr>
              <a:t>Recent research (2022–2024) uses AI-based face recognition for attendance.</a:t>
            </a:r>
            <a:endParaRPr lang="en-US" altLang="en-US" sz="2800" dirty="0">
              <a:latin typeface="Times New Roman" panose="02020603050405020304" pitchFamily="18" charset="0"/>
              <a:cs typeface="Times New Roman" panose="02020603050405020304" pitchFamily="18" charset="0"/>
            </a:endParaRPr>
          </a:p>
          <a:p>
            <a:pPr lvl="1" algn="just"/>
            <a:r>
              <a:rPr lang="en-US" altLang="en-US" sz="2800" dirty="0">
                <a:latin typeface="Times New Roman" panose="02020603050405020304" pitchFamily="18" charset="0"/>
                <a:cs typeface="Times New Roman" panose="02020603050405020304" pitchFamily="18" charset="0"/>
              </a:rPr>
              <a:t>Face recognition systems use Computer Vision and Deep Learning techniques.</a:t>
            </a:r>
            <a:endParaRPr lang="en-US" altLang="en-US" sz="2800" dirty="0">
              <a:latin typeface="Times New Roman" panose="02020603050405020304" pitchFamily="18" charset="0"/>
              <a:cs typeface="Times New Roman" panose="02020603050405020304" pitchFamily="18" charset="0"/>
            </a:endParaRPr>
          </a:p>
          <a:p>
            <a:pPr lvl="1" algn="just"/>
            <a:r>
              <a:rPr lang="en-US" altLang="en-US" sz="2800" dirty="0">
                <a:latin typeface="Times New Roman" panose="02020603050405020304" pitchFamily="18" charset="0"/>
                <a:cs typeface="Times New Roman" panose="02020603050405020304" pitchFamily="18" charset="0"/>
              </a:rPr>
              <a:t>Popular algorithms include Haar Cascade, LBPH, CNN, MTCNN, YOLO, and FaceNet.</a:t>
            </a:r>
            <a:endParaRPr lang="en-US" altLang="en-US" sz="2800" dirty="0">
              <a:latin typeface="Times New Roman" panose="02020603050405020304" pitchFamily="18" charset="0"/>
              <a:cs typeface="Times New Roman" panose="02020603050405020304" pitchFamily="18" charset="0"/>
            </a:endParaRPr>
          </a:p>
          <a:p>
            <a:pPr lvl="1" algn="just"/>
            <a:r>
              <a:rPr lang="en-US" altLang="en-US" sz="2800" dirty="0">
                <a:latin typeface="Times New Roman" panose="02020603050405020304" pitchFamily="18" charset="0"/>
                <a:cs typeface="Times New Roman" panose="02020603050405020304" pitchFamily="18" charset="0"/>
              </a:rPr>
              <a:t>AI-based systems provide better accuracy, automation, and contactless operation.</a:t>
            </a:r>
            <a:endParaRPr lang="en-US" altLang="en-US" sz="28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fld>
            <a:endParaRPr lang="en-US" alt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220345" y="-94615"/>
            <a:ext cx="10515600" cy="1325563"/>
          </a:xfrm>
        </p:spPr>
        <p:txBody>
          <a:bodyPr/>
          <a:p>
            <a:r>
              <a:rPr lang="en-US" sz="3600" b="1">
                <a:solidFill>
                  <a:schemeClr val="accent1">
                    <a:lumMod val="50000"/>
                  </a:schemeClr>
                </a:solidFill>
              </a:rPr>
              <a:t>Summary of Literature Review</a:t>
            </a:r>
            <a:endParaRPr lang="en-US" sz="3600" b="1">
              <a:solidFill>
                <a:schemeClr val="accent1">
                  <a:lumMod val="50000"/>
                </a:schemeClr>
              </a:solidFill>
            </a:endParaRPr>
          </a:p>
        </p:txBody>
      </p:sp>
      <p:sp>
        <p:nvSpPr>
          <p:cNvPr id="4" name="Date Placeholder 3"/>
          <p:cNvSpPr>
            <a:spLocks noGrp="1"/>
          </p:cNvSpPr>
          <p:nvPr>
            <p:ph type="dt" sz="half" idx="10"/>
          </p:nvPr>
        </p:nvSpPr>
        <p:spPr/>
        <p:txBody>
          <a:bodyPr/>
          <a:p>
            <a:fld id="{864BFFB7-4443-4602-A990-B076C1CFE86C}" type="datetime1">
              <a:rPr lang="en-IN" smtClean="0"/>
            </a:fld>
            <a:endParaRPr lang="en-IN" dirty="0"/>
          </a:p>
        </p:txBody>
      </p:sp>
      <p:sp>
        <p:nvSpPr>
          <p:cNvPr id="5" name="Slide Number Placeholder 4"/>
          <p:cNvSpPr>
            <a:spLocks noGrp="1"/>
          </p:cNvSpPr>
          <p:nvPr>
            <p:ph type="sldNum" sz="quarter" idx="12"/>
          </p:nvPr>
        </p:nvSpPr>
        <p:spPr/>
        <p:txBody>
          <a:bodyPr/>
          <a:p>
            <a:fld id="{F32F6845-8F47-4AB8-B9CE-96D88E741707}" type="slidenum">
              <a:rPr lang="en-IN" smtClean="0"/>
            </a:fld>
            <a:endParaRPr lang="en-IN" dirty="0"/>
          </a:p>
        </p:txBody>
      </p:sp>
      <p:graphicFrame>
        <p:nvGraphicFramePr>
          <p:cNvPr id="12" name="Content Placeholder 11"/>
          <p:cNvGraphicFramePr/>
          <p:nvPr>
            <p:ph idx="1"/>
            <p:custDataLst>
              <p:tags r:id="rId1"/>
            </p:custDataLst>
          </p:nvPr>
        </p:nvGraphicFramePr>
        <p:xfrm>
          <a:off x="381635" y="982980"/>
          <a:ext cx="11287125" cy="4892040"/>
        </p:xfrm>
        <a:graphic>
          <a:graphicData uri="http://schemas.openxmlformats.org/drawingml/2006/table">
            <a:tbl>
              <a:tblPr firstRow="1" bandRow="1">
                <a:tableStyleId>{5C22544A-7EE6-4342-B048-85BDC9FD1C3A}</a:tableStyleId>
              </a:tblPr>
              <a:tblGrid>
                <a:gridCol w="1166495"/>
                <a:gridCol w="2228215"/>
                <a:gridCol w="1391285"/>
                <a:gridCol w="2565400"/>
                <a:gridCol w="2054225"/>
                <a:gridCol w="1881505"/>
              </a:tblGrid>
              <a:tr h="424815">
                <a:tc>
                  <a:txBody>
                    <a:bodyPr/>
                    <a:p>
                      <a:pPr algn="ctr"/>
                      <a:r>
                        <a:rPr sz="1400"/>
                        <a:t>S.No</a:t>
                      </a:r>
                      <a:endParaRPr sz="1400"/>
                    </a:p>
                  </a:txBody>
                  <a:tcPr marL="0" marR="0" marT="0" marB="0" anchor="ctr" anchorCtr="0"/>
                </a:tc>
                <a:tc>
                  <a:txBody>
                    <a:bodyPr/>
                    <a:p>
                      <a:pPr algn="ctr"/>
                      <a:r>
                        <a:rPr sz="1400"/>
                        <a:t>Title of Paper</a:t>
                      </a:r>
                      <a:endParaRPr sz="1400"/>
                    </a:p>
                  </a:txBody>
                  <a:tcPr marL="0" marR="0" marT="0" marB="0" anchor="ctr" anchorCtr="0"/>
                </a:tc>
                <a:tc>
                  <a:txBody>
                    <a:bodyPr/>
                    <a:p>
                      <a:pPr algn="ctr"/>
                      <a:r>
                        <a:rPr sz="1400"/>
                        <a:t>Year</a:t>
                      </a:r>
                      <a:endParaRPr sz="1400"/>
                    </a:p>
                  </a:txBody>
                  <a:tcPr marL="0" marR="0" marT="0" marB="0" anchor="ctr" anchorCtr="0"/>
                </a:tc>
                <a:tc>
                  <a:txBody>
                    <a:bodyPr/>
                    <a:p>
                      <a:pPr algn="ctr"/>
                      <a:r>
                        <a:rPr sz="1400"/>
                        <a:t>Algorithms / Techniques Used</a:t>
                      </a:r>
                      <a:endParaRPr sz="1400"/>
                    </a:p>
                  </a:txBody>
                  <a:tcPr marL="0" marR="0" marT="0" marB="0" anchor="ctr" anchorCtr="0"/>
                </a:tc>
                <a:tc>
                  <a:txBody>
                    <a:bodyPr/>
                    <a:p>
                      <a:pPr algn="ctr"/>
                      <a:r>
                        <a:rPr sz="1400"/>
                        <a:t>Advantages</a:t>
                      </a:r>
                      <a:endParaRPr sz="1400"/>
                    </a:p>
                  </a:txBody>
                  <a:tcPr marL="0" marR="0" marT="0" marB="0" anchor="ctr" anchorCtr="0"/>
                </a:tc>
                <a:tc>
                  <a:txBody>
                    <a:bodyPr/>
                    <a:p>
                      <a:pPr algn="ctr"/>
                      <a:r>
                        <a:rPr sz="1400"/>
                        <a:t>Disadvantages</a:t>
                      </a:r>
                      <a:endParaRPr sz="1400"/>
                    </a:p>
                  </a:txBody>
                  <a:tcPr marL="0" marR="0" marT="0" marB="0" anchor="ctr" anchorCtr="0"/>
                </a:tc>
              </a:tr>
              <a:tr h="1274445">
                <a:tc>
                  <a:txBody>
                    <a:bodyPr/>
                    <a:p>
                      <a:pPr algn="ctr"/>
                      <a:r>
                        <a:rPr sz="1400"/>
                        <a:t>1</a:t>
                      </a:r>
                      <a:endParaRPr sz="1400"/>
                    </a:p>
                  </a:txBody>
                  <a:tcPr marL="0" marR="0" marT="0" marB="0" anchor="ctr" anchorCtr="0"/>
                </a:tc>
                <a:tc>
                  <a:txBody>
                    <a:bodyPr/>
                    <a:p>
                      <a:pPr algn="ctr"/>
                      <a:r>
                        <a:rPr sz="1400"/>
                        <a:t>AI-Enabled Automatic Attendance Monitoring Systems</a:t>
                      </a:r>
                      <a:endParaRPr sz="1400"/>
                    </a:p>
                  </a:txBody>
                  <a:tcPr marL="0" marR="0" marT="0" marB="0" anchor="ctr" anchorCtr="0"/>
                </a:tc>
                <a:tc>
                  <a:txBody>
                    <a:bodyPr/>
                    <a:p>
                      <a:pPr algn="ctr"/>
                      <a:r>
                        <a:rPr sz="1400"/>
                        <a:t>2024</a:t>
                      </a:r>
                      <a:endParaRPr sz="1400"/>
                    </a:p>
                  </a:txBody>
                  <a:tcPr marL="0" marR="0" marT="0" marB="0" anchor="ctr" anchorCtr="0"/>
                </a:tc>
                <a:tc>
                  <a:txBody>
                    <a:bodyPr/>
                    <a:p>
                      <a:pPr algn="ctr"/>
                      <a:r>
                        <a:rPr sz="1400"/>
                        <a:t>Viola-Jones (Face Detection), PCA, Enhanced LBP, Histogram Equalization, Median Filtering, Thermal Imaging Fusion, Channel-wise Attention</a:t>
                      </a:r>
                      <a:endParaRPr sz="1400"/>
                    </a:p>
                  </a:txBody>
                  <a:tcPr marL="0" marR="0" marT="0" marB="0" anchor="ctr" anchorCtr="0"/>
                </a:tc>
                <a:tc>
                  <a:txBody>
                    <a:bodyPr/>
                    <a:p>
                      <a:pPr algn="ctr"/>
                      <a:r>
                        <a:rPr sz="1400"/>
                        <a:t>High accuracy, Works in different lighting conditions, Can detect multiple faces, Automatic Excel record generation</a:t>
                      </a:r>
                      <a:endParaRPr sz="1400"/>
                    </a:p>
                  </a:txBody>
                  <a:tcPr marL="0" marR="0" marT="0" marB="0" anchor="ctr" anchorCtr="0"/>
                </a:tc>
                <a:tc>
                  <a:txBody>
                    <a:bodyPr/>
                    <a:p>
                      <a:pPr algn="ctr"/>
                      <a:r>
                        <a:rPr sz="1400"/>
                        <a:t>Privacy concerns, Needs high-quality camera, Illumination variation issues</a:t>
                      </a:r>
                      <a:endParaRPr sz="1400"/>
                    </a:p>
                  </a:txBody>
                  <a:tcPr marL="0" marR="0" marT="0" marB="0" anchor="ctr" anchorCtr="0"/>
                </a:tc>
              </a:tr>
              <a:tr h="849630">
                <a:tc>
                  <a:txBody>
                    <a:bodyPr/>
                    <a:p>
                      <a:pPr algn="ctr"/>
                      <a:r>
                        <a:rPr sz="1400"/>
                        <a:t>2</a:t>
                      </a:r>
                      <a:endParaRPr sz="1400"/>
                    </a:p>
                  </a:txBody>
                  <a:tcPr marL="0" marR="0" marT="0" marB="0" anchor="ctr" anchorCtr="0"/>
                </a:tc>
                <a:tc>
                  <a:txBody>
                    <a:bodyPr/>
                    <a:p>
                      <a:pPr algn="ctr"/>
                      <a:r>
                        <a:rPr sz="1400"/>
                        <a:t>AI-Based Contactless Attendance Monitoring System</a:t>
                      </a:r>
                      <a:endParaRPr sz="1400"/>
                    </a:p>
                  </a:txBody>
                  <a:tcPr marL="0" marR="0" marT="0" marB="0" anchor="ctr" anchorCtr="0"/>
                </a:tc>
                <a:tc>
                  <a:txBody>
                    <a:bodyPr/>
                    <a:p>
                      <a:pPr algn="ctr"/>
                      <a:r>
                        <a:rPr sz="1400"/>
                        <a:t>2023</a:t>
                      </a:r>
                      <a:endParaRPr sz="1400"/>
                    </a:p>
                  </a:txBody>
                  <a:tcPr marL="0" marR="0" marT="0" marB="0" anchor="ctr" anchorCtr="0"/>
                </a:tc>
                <a:tc>
                  <a:txBody>
                    <a:bodyPr/>
                    <a:p>
                      <a:pPr algn="ctr"/>
                      <a:r>
                        <a:rPr sz="1400"/>
                        <a:t>CNN, MTCNN (Face Detection), Deep Learning Models, OpenCV</a:t>
                      </a:r>
                      <a:endParaRPr sz="1400"/>
                    </a:p>
                  </a:txBody>
                  <a:tcPr marL="0" marR="0" marT="0" marB="0" anchor="ctr" anchorCtr="0"/>
                </a:tc>
                <a:tc>
                  <a:txBody>
                    <a:bodyPr/>
                    <a:p>
                      <a:pPr algn="ctr"/>
                      <a:r>
                        <a:rPr sz="1400"/>
                        <a:t>Contactless system, Good real-time performance, Reduced human error</a:t>
                      </a:r>
                      <a:endParaRPr sz="1400"/>
                    </a:p>
                  </a:txBody>
                  <a:tcPr marL="0" marR="0" marT="0" marB="0" anchor="ctr" anchorCtr="0"/>
                </a:tc>
                <a:tc>
                  <a:txBody>
                    <a:bodyPr/>
                    <a:p>
                      <a:pPr algn="ctr"/>
                      <a:r>
                        <a:rPr sz="1400"/>
                        <a:t>Requires GPU for better speed, Dataset dependency</a:t>
                      </a:r>
                      <a:endParaRPr sz="1400"/>
                    </a:p>
                  </a:txBody>
                  <a:tcPr marL="0" marR="0" marT="0" marB="0" anchor="ctr" anchorCtr="0"/>
                </a:tc>
              </a:tr>
              <a:tr h="853440">
                <a:tc>
                  <a:txBody>
                    <a:bodyPr/>
                    <a:p>
                      <a:pPr algn="ctr"/>
                      <a:r>
                        <a:rPr sz="1400"/>
                        <a:t>3</a:t>
                      </a:r>
                      <a:endParaRPr sz="1400"/>
                    </a:p>
                  </a:txBody>
                  <a:tcPr marL="0" marR="0" marT="0" marB="0" anchor="ctr" anchorCtr="0"/>
                </a:tc>
                <a:tc>
                  <a:txBody>
                    <a:bodyPr/>
                    <a:p>
                      <a:pPr algn="ctr"/>
                      <a:r>
                        <a:rPr sz="1400"/>
                        <a:t>Smart Attendance System Using Face Recognition</a:t>
                      </a:r>
                      <a:endParaRPr sz="1400"/>
                    </a:p>
                  </a:txBody>
                  <a:tcPr marL="0" marR="0" marT="0" marB="0" anchor="ctr" anchorCtr="0"/>
                </a:tc>
                <a:tc>
                  <a:txBody>
                    <a:bodyPr/>
                    <a:p>
                      <a:pPr algn="ctr"/>
                      <a:r>
                        <a:rPr sz="1400"/>
                        <a:t>2022</a:t>
                      </a:r>
                      <a:endParaRPr sz="1400"/>
                    </a:p>
                  </a:txBody>
                  <a:tcPr marL="0" marR="0" marT="0" marB="0" anchor="ctr" anchorCtr="0"/>
                </a:tc>
                <a:tc>
                  <a:txBody>
                    <a:bodyPr/>
                    <a:p>
                      <a:pPr algn="ctr"/>
                      <a:r>
                        <a:rPr sz="1400"/>
                        <a:t>Haar Cascade, LBPH, OpenCV, Machine Learning</a:t>
                      </a:r>
                      <a:endParaRPr sz="1400"/>
                    </a:p>
                  </a:txBody>
                  <a:tcPr marL="0" marR="0" marT="0" marB="0" anchor="ctr" anchorCtr="0"/>
                </a:tc>
                <a:tc>
                  <a:txBody>
                    <a:bodyPr/>
                    <a:p>
                      <a:pPr algn="ctr"/>
                      <a:r>
                        <a:rPr sz="1400"/>
                        <a:t>Simple implementation, Low cost, Easy integration</a:t>
                      </a:r>
                      <a:endParaRPr sz="1400"/>
                    </a:p>
                  </a:txBody>
                  <a:tcPr marL="0" marR="0" marT="0" marB="0" anchor="ctr" anchorCtr="0"/>
                </a:tc>
                <a:tc>
                  <a:txBody>
                    <a:bodyPr/>
                    <a:p>
                      <a:pPr algn="ctr"/>
                      <a:r>
                        <a:rPr sz="1400"/>
                        <a:t>Lower accuracy compared to deep learning, Sensitive to lighting changes</a:t>
                      </a:r>
                      <a:endParaRPr sz="1400"/>
                    </a:p>
                  </a:txBody>
                  <a:tcPr marL="0" marR="0" marT="0" marB="0" anchor="ctr" anchorCtr="0"/>
                </a:tc>
              </a:tr>
              <a:tr h="849630">
                <a:tc>
                  <a:txBody>
                    <a:bodyPr/>
                    <a:p>
                      <a:pPr algn="ctr"/>
                      <a:r>
                        <a:rPr sz="1400"/>
                        <a:t>4</a:t>
                      </a:r>
                      <a:endParaRPr sz="1400"/>
                    </a:p>
                  </a:txBody>
                  <a:tcPr marL="0" marR="0" marT="0" marB="0" anchor="ctr" anchorCtr="0"/>
                </a:tc>
                <a:tc>
                  <a:txBody>
                    <a:bodyPr/>
                    <a:p>
                      <a:pPr algn="ctr"/>
                      <a:r>
                        <a:rPr sz="1400"/>
                        <a:t>Automated Attendance Management System Using Face Recognition</a:t>
                      </a:r>
                      <a:endParaRPr sz="1400"/>
                    </a:p>
                  </a:txBody>
                  <a:tcPr marL="0" marR="0" marT="0" marB="0" anchor="ctr" anchorCtr="0"/>
                </a:tc>
                <a:tc>
                  <a:txBody>
                    <a:bodyPr/>
                    <a:p>
                      <a:pPr algn="ctr"/>
                      <a:r>
                        <a:rPr sz="1400"/>
                        <a:t>2021</a:t>
                      </a:r>
                      <a:endParaRPr sz="1400"/>
                    </a:p>
                  </a:txBody>
                  <a:tcPr marL="0" marR="0" marT="0" marB="0" anchor="ctr" anchorCtr="0"/>
                </a:tc>
                <a:tc>
                  <a:txBody>
                    <a:bodyPr/>
                    <a:p>
                      <a:pPr algn="ctr"/>
                      <a:r>
                        <a:rPr sz="1400"/>
                        <a:t>PCA, Eigenfaces, SVM Classifier</a:t>
                      </a:r>
                      <a:endParaRPr sz="1400"/>
                    </a:p>
                  </a:txBody>
                  <a:tcPr marL="0" marR="0" marT="0" marB="0" anchor="ctr" anchorCtr="0"/>
                </a:tc>
                <a:tc>
                  <a:txBody>
                    <a:bodyPr/>
                    <a:p>
                      <a:pPr algn="ctr"/>
                      <a:r>
                        <a:rPr sz="1400"/>
                        <a:t>Fast processing, Good for small datasets</a:t>
                      </a:r>
                      <a:endParaRPr sz="1400"/>
                    </a:p>
                  </a:txBody>
                  <a:tcPr marL="0" marR="0" marT="0" marB="0" anchor="ctr" anchorCtr="0"/>
                </a:tc>
                <a:tc>
                  <a:txBody>
                    <a:bodyPr/>
                    <a:p>
                      <a:pPr algn="ctr"/>
                      <a:r>
                        <a:rPr sz="1400"/>
                        <a:t>Not suitable for large datasets, Lower accuracy than CNN</a:t>
                      </a:r>
                      <a:endParaRPr sz="1400"/>
                    </a:p>
                  </a:txBody>
                  <a:tcPr marL="0" marR="0" marT="0" marB="0" anchor="ctr" anchorCtr="0"/>
                </a:tc>
              </a:tr>
              <a:tr h="640080">
                <a:tc>
                  <a:txBody>
                    <a:bodyPr/>
                    <a:p>
                      <a:pPr algn="ctr"/>
                      <a:r>
                        <a:rPr sz="1400"/>
                        <a:t>5</a:t>
                      </a:r>
                      <a:endParaRPr sz="1400"/>
                    </a:p>
                  </a:txBody>
                  <a:tcPr marL="0" marR="0" marT="0" marB="0" anchor="ctr" anchorCtr="0"/>
                </a:tc>
                <a:tc>
                  <a:txBody>
                    <a:bodyPr/>
                    <a:p>
                      <a:pPr algn="ctr"/>
                      <a:r>
                        <a:rPr sz="1400"/>
                        <a:t>Face Recognition Based Smart Attendance System</a:t>
                      </a:r>
                      <a:endParaRPr sz="1400"/>
                    </a:p>
                  </a:txBody>
                  <a:tcPr marL="0" marR="0" marT="0" marB="0" anchor="ctr" anchorCtr="0"/>
                </a:tc>
                <a:tc>
                  <a:txBody>
                    <a:bodyPr/>
                    <a:p>
                      <a:pPr algn="ctr"/>
                      <a:r>
                        <a:rPr sz="1400"/>
                        <a:t>2022</a:t>
                      </a:r>
                      <a:endParaRPr sz="1400"/>
                    </a:p>
                  </a:txBody>
                  <a:tcPr marL="0" marR="0" marT="0" marB="0" anchor="ctr" anchorCtr="0"/>
                </a:tc>
                <a:tc>
                  <a:txBody>
                    <a:bodyPr/>
                    <a:p>
                      <a:pPr algn="ctr"/>
                      <a:r>
                        <a:rPr sz="1400"/>
                        <a:t>Deep CNN, Face Embeddings, ONNX Runtime</a:t>
                      </a:r>
                      <a:endParaRPr sz="1400"/>
                    </a:p>
                  </a:txBody>
                  <a:tcPr marL="0" marR="0" marT="0" marB="0" anchor="ctr" anchorCtr="0"/>
                </a:tc>
                <a:tc>
                  <a:txBody>
                    <a:bodyPr/>
                    <a:p>
                      <a:pPr algn="ctr"/>
                      <a:r>
                        <a:rPr sz="1400"/>
                        <a:t>High recognition accuracy, Robust to pose variations</a:t>
                      </a:r>
                      <a:endParaRPr sz="1400"/>
                    </a:p>
                  </a:txBody>
                  <a:tcPr marL="0" marR="0" marT="0" marB="0" anchor="ctr" anchorCtr="0"/>
                </a:tc>
                <a:tc>
                  <a:txBody>
                    <a:bodyPr/>
                    <a:p>
                      <a:pPr algn="ctr"/>
                      <a:r>
                        <a:rPr sz="1400"/>
                        <a:t>High computational requirement, Needs training time</a:t>
                      </a:r>
                      <a:endParaRPr sz="1400"/>
                    </a:p>
                  </a:txBody>
                  <a:tcPr marL="0" marR="0" marT="0" marB="0" anchor="ctr" anchorCtr="0"/>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pPr marL="152400" algn="just">
              <a:lnSpc>
                <a:spcPct val="100000"/>
              </a:lnSpc>
              <a:spcBef>
                <a:spcPts val="0"/>
              </a:spcBef>
            </a:pPr>
            <a:r>
              <a:rPr lang="en-IN" sz="3200" b="1" dirty="0">
                <a:solidFill>
                  <a:schemeClr val="accent1">
                    <a:lumMod val="75000"/>
                  </a:schemeClr>
                </a:solidFill>
                <a:latin typeface="Times New Roman" panose="02020603050405020304" pitchFamily="18" charset="0"/>
                <a:cs typeface="Times New Roman" panose="02020603050405020304" pitchFamily="18" charset="0"/>
              </a:rPr>
              <a:t>Proposed System / Work</a:t>
            </a:r>
            <a:endParaRPr lang="en-IN" sz="3200" b="1"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184367"/>
            <a:ext cx="10515600" cy="4058194"/>
          </a:xfrm>
        </p:spPr>
        <p:txBody>
          <a:bodyPr>
            <a:noAutofit/>
          </a:bodyPr>
          <a:lstStyle/>
          <a:p>
            <a:pPr algn="just"/>
            <a:r>
              <a:rPr lang="en-US" dirty="0">
                <a:latin typeface="Times New Roman" panose="02020603050405020304" pitchFamily="18" charset="0"/>
                <a:cs typeface="Times New Roman" panose="02020603050405020304" pitchFamily="18" charset="0"/>
              </a:rPr>
              <a:t>The proposed system is an AI-based Face Recognition Attendance System developed using Python, Flask, and React.</a:t>
            </a:r>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It captures live video from the camera and detects faces using OpenCV and Insight Face.</a:t>
            </a:r>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The system compares captured faces with trained datasets to identify registered users.</a:t>
            </a:r>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Attendance is automatically recorded in the database with date and time.</a:t>
            </a:r>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The system reduces manual work and improves accuracy and efficiency.</a:t>
            </a:r>
            <a:endParaRPr lang="en-US" dirty="0">
              <a:latin typeface="Times New Roman" panose="02020603050405020304" pitchFamily="18" charset="0"/>
              <a:cs typeface="Times New Roman" panose="02020603050405020304" pitchFamily="18" charset="0"/>
            </a:endParaRPr>
          </a:p>
          <a:p>
            <a:pPr algn="just"/>
            <a:endParaRPr lang="en-US"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fld>
            <a:endParaRPr lang="en-US" alt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pPr marL="152400" algn="just">
              <a:lnSpc>
                <a:spcPct val="100000"/>
              </a:lnSpc>
              <a:spcBef>
                <a:spcPts val="0"/>
              </a:spcBef>
            </a:pPr>
            <a:r>
              <a:rPr lang="en-IN" sz="3200" b="1" dirty="0">
                <a:solidFill>
                  <a:schemeClr val="accent1">
                    <a:lumMod val="75000"/>
                  </a:schemeClr>
                </a:solidFill>
                <a:latin typeface="Times New Roman" panose="02020603050405020304" pitchFamily="18" charset="0"/>
                <a:cs typeface="Times New Roman" panose="02020603050405020304" pitchFamily="18" charset="0"/>
              </a:rPr>
              <a:t>Problem Statement</a:t>
            </a:r>
            <a:endParaRPr lang="en-IN" sz="3200" b="1"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184367"/>
            <a:ext cx="10515600" cy="4058194"/>
          </a:xfrm>
        </p:spPr>
        <p:txBody>
          <a:bodyPr>
            <a:noAutofit/>
          </a:bodyPr>
          <a:lstStyle/>
          <a:p>
            <a:r>
              <a:rPr lang="en-US" altLang="en-US" dirty="0">
                <a:latin typeface="Times New Roman" panose="02020603050405020304" pitchFamily="18" charset="0"/>
                <a:cs typeface="Times New Roman" panose="02020603050405020304" pitchFamily="18" charset="0"/>
              </a:rPr>
              <a:t>Traditional attendance methods consume significant time during daily operations.</a:t>
            </a:r>
            <a:endParaRPr lang="en-US" altLang="en-US" dirty="0">
              <a:latin typeface="Times New Roman" panose="02020603050405020304" pitchFamily="18" charset="0"/>
              <a:cs typeface="Times New Roman" panose="02020603050405020304" pitchFamily="18" charset="0"/>
            </a:endParaRPr>
          </a:p>
          <a:p>
            <a:r>
              <a:rPr lang="en-US" altLang="en-US" dirty="0">
                <a:latin typeface="Times New Roman" panose="02020603050405020304" pitchFamily="18" charset="0"/>
                <a:cs typeface="Times New Roman" panose="02020603050405020304" pitchFamily="18" charset="0"/>
              </a:rPr>
              <a:t>There is a high possibility of proxy or unauthorized attendance marking.</a:t>
            </a:r>
            <a:endParaRPr lang="en-US" altLang="en-US" dirty="0">
              <a:latin typeface="Times New Roman" panose="02020603050405020304" pitchFamily="18" charset="0"/>
              <a:cs typeface="Times New Roman" panose="02020603050405020304" pitchFamily="18" charset="0"/>
            </a:endParaRPr>
          </a:p>
          <a:p>
            <a:r>
              <a:rPr lang="en-US" altLang="en-US" dirty="0">
                <a:latin typeface="Times New Roman" panose="02020603050405020304" pitchFamily="18" charset="0"/>
                <a:cs typeface="Times New Roman" panose="02020603050405020304" pitchFamily="18" charset="0"/>
              </a:rPr>
              <a:t>Maintaining and managing physical records becomes complex and inefficient.</a:t>
            </a:r>
            <a:endParaRPr lang="en-US" altLang="en-US" dirty="0">
              <a:latin typeface="Times New Roman" panose="02020603050405020304" pitchFamily="18" charset="0"/>
              <a:cs typeface="Times New Roman" panose="02020603050405020304" pitchFamily="18" charset="0"/>
            </a:endParaRPr>
          </a:p>
          <a:p>
            <a:r>
              <a:rPr lang="en-US" altLang="en-US" dirty="0">
                <a:latin typeface="Times New Roman" panose="02020603050405020304" pitchFamily="18" charset="0"/>
                <a:cs typeface="Times New Roman" panose="02020603050405020304" pitchFamily="18" charset="0"/>
              </a:rPr>
              <a:t>Manual systems require additional staff effort and supervision.</a:t>
            </a:r>
            <a:endParaRPr lang="en-US" altLang="en-US" dirty="0">
              <a:latin typeface="Times New Roman" panose="02020603050405020304" pitchFamily="18" charset="0"/>
              <a:cs typeface="Times New Roman" panose="02020603050405020304" pitchFamily="18" charset="0"/>
            </a:endParaRPr>
          </a:p>
          <a:p>
            <a:r>
              <a:rPr lang="en-US" altLang="en-US" dirty="0">
                <a:latin typeface="Times New Roman" panose="02020603050405020304" pitchFamily="18" charset="0"/>
                <a:cs typeface="Times New Roman" panose="02020603050405020304" pitchFamily="18" charset="0"/>
              </a:rPr>
              <a:t>An intelligent and automated AI-driven solution is required to improve reliability and efficiency.</a:t>
            </a:r>
            <a:endParaRPr lang="en-US" altLang="en-US"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fld>
            <a:endParaRPr lang="en-US" alt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81280"/>
            <a:ext cx="10515600" cy="819241"/>
          </a:xfrm>
        </p:spPr>
        <p:txBody>
          <a:bodyPr/>
          <a:lstStyle/>
          <a:p>
            <a:pPr marL="152400" algn="just">
              <a:lnSpc>
                <a:spcPct val="100000"/>
              </a:lnSpc>
              <a:spcBef>
                <a:spcPts val="0"/>
              </a:spcBef>
            </a:pPr>
            <a:r>
              <a:rPr lang="en-IN" sz="3200" b="1" dirty="0">
                <a:solidFill>
                  <a:schemeClr val="accent1">
                    <a:lumMod val="75000"/>
                  </a:schemeClr>
                </a:solidFill>
                <a:latin typeface="Times New Roman" panose="02020603050405020304" pitchFamily="18" charset="0"/>
                <a:cs typeface="Times New Roman" panose="02020603050405020304" pitchFamily="18" charset="0"/>
              </a:rPr>
              <a:t>System Requirements</a:t>
            </a:r>
            <a:endParaRPr lang="en-IN" sz="3200" b="1"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0" y="660400"/>
            <a:ext cx="11477625" cy="5902325"/>
          </a:xfrm>
        </p:spPr>
        <p:txBody>
          <a:bodyPr>
            <a:normAutofit fontScale="25000"/>
          </a:bodyPr>
          <a:lstStyle/>
          <a:p>
            <a:pPr marL="0" indent="0" algn="l">
              <a:buNone/>
            </a:pPr>
            <a:r>
              <a:rPr lang="en-US" altLang="en-US" sz="8000" b="1" dirty="0">
                <a:latin typeface="Times New Roman" panose="02020603050405020304" pitchFamily="18" charset="0"/>
                <a:cs typeface="Times New Roman" panose="02020603050405020304" pitchFamily="18" charset="0"/>
              </a:rPr>
              <a:t>  Hardware Requirements </a:t>
            </a:r>
            <a:endParaRPr lang="en-US" altLang="en-US" sz="8000" b="1" dirty="0">
              <a:latin typeface="Times New Roman" panose="02020603050405020304" pitchFamily="18" charset="0"/>
              <a:cs typeface="Times New Roman" panose="02020603050405020304" pitchFamily="18" charset="0"/>
            </a:endParaRPr>
          </a:p>
          <a:p>
            <a:pPr algn="l"/>
            <a:r>
              <a:rPr lang="en-US" altLang="en-US" sz="8000" dirty="0">
                <a:latin typeface="Times New Roman" panose="02020603050405020304" pitchFamily="18" charset="0"/>
                <a:cs typeface="Times New Roman" panose="02020603050405020304" pitchFamily="18" charset="0"/>
              </a:rPr>
              <a:t> Computer/Laptop (i3 or above) with minimum 8 GB RAM</a:t>
            </a:r>
            <a:endParaRPr lang="en-US" altLang="en-US" sz="8000" dirty="0">
              <a:latin typeface="Times New Roman" panose="02020603050405020304" pitchFamily="18" charset="0"/>
              <a:cs typeface="Times New Roman" panose="02020603050405020304" pitchFamily="18" charset="0"/>
            </a:endParaRPr>
          </a:p>
          <a:p>
            <a:pPr algn="l"/>
            <a:r>
              <a:rPr lang="en-US" altLang="en-US" sz="8000" dirty="0">
                <a:latin typeface="Times New Roman" panose="02020603050405020304" pitchFamily="18" charset="0"/>
                <a:cs typeface="Times New Roman" panose="02020603050405020304" pitchFamily="18" charset="0"/>
              </a:rPr>
              <a:t>  Webcam (Integrated or External)</a:t>
            </a:r>
            <a:endParaRPr lang="en-US" altLang="en-US" sz="8000" dirty="0">
              <a:latin typeface="Times New Roman" panose="02020603050405020304" pitchFamily="18" charset="0"/>
              <a:cs typeface="Times New Roman" panose="02020603050405020304" pitchFamily="18" charset="0"/>
            </a:endParaRPr>
          </a:p>
          <a:p>
            <a:pPr algn="l"/>
            <a:r>
              <a:rPr lang="en-US" altLang="en-US" sz="8000" dirty="0">
                <a:latin typeface="Times New Roman" panose="02020603050405020304" pitchFamily="18" charset="0"/>
                <a:cs typeface="Times New Roman" panose="02020603050405020304" pitchFamily="18" charset="0"/>
              </a:rPr>
              <a:t>  Internet Connection</a:t>
            </a:r>
            <a:endParaRPr lang="en-US" altLang="en-US" sz="8000" dirty="0">
              <a:latin typeface="Times New Roman" panose="02020603050405020304" pitchFamily="18" charset="0"/>
              <a:cs typeface="Times New Roman" panose="02020603050405020304" pitchFamily="18" charset="0"/>
            </a:endParaRPr>
          </a:p>
          <a:p>
            <a:pPr marL="0" indent="0" algn="l">
              <a:buNone/>
            </a:pPr>
            <a:r>
              <a:rPr lang="en-US" altLang="en-US" sz="8000" b="1" dirty="0">
                <a:latin typeface="Times New Roman" panose="02020603050405020304" pitchFamily="18" charset="0"/>
                <a:cs typeface="Times New Roman" panose="02020603050405020304" pitchFamily="18" charset="0"/>
              </a:rPr>
              <a:t>  Software Requirements                                                             </a:t>
            </a:r>
            <a:endParaRPr lang="en-US" altLang="en-US" sz="8000" b="1" dirty="0">
              <a:latin typeface="Times New Roman" panose="02020603050405020304" pitchFamily="18" charset="0"/>
              <a:cs typeface="Times New Roman" panose="02020603050405020304" pitchFamily="18" charset="0"/>
            </a:endParaRPr>
          </a:p>
          <a:p>
            <a:pPr algn="l"/>
            <a:r>
              <a:rPr lang="en-US" altLang="en-US" sz="8000" dirty="0">
                <a:latin typeface="Times New Roman" panose="02020603050405020304" pitchFamily="18" charset="0"/>
                <a:cs typeface="Times New Roman" panose="02020603050405020304" pitchFamily="18" charset="0"/>
              </a:rPr>
              <a:t>Programming: Python, JavaScript                      </a:t>
            </a:r>
            <a:endParaRPr lang="en-US" altLang="en-US" sz="8000" dirty="0">
              <a:latin typeface="Times New Roman" panose="02020603050405020304" pitchFamily="18" charset="0"/>
              <a:cs typeface="Times New Roman" panose="02020603050405020304" pitchFamily="18" charset="0"/>
            </a:endParaRPr>
          </a:p>
          <a:p>
            <a:pPr algn="l"/>
            <a:r>
              <a:rPr lang="en-US" altLang="en-US" sz="8000" dirty="0">
                <a:latin typeface="Times New Roman" panose="02020603050405020304" pitchFamily="18" charset="0"/>
                <a:cs typeface="Times New Roman" panose="02020603050405020304" pitchFamily="18" charset="0"/>
              </a:rPr>
              <a:t>Backend: Flask</a:t>
            </a:r>
            <a:endParaRPr lang="en-US" altLang="en-US" sz="8000" dirty="0">
              <a:latin typeface="Times New Roman" panose="02020603050405020304" pitchFamily="18" charset="0"/>
              <a:cs typeface="Times New Roman" panose="02020603050405020304" pitchFamily="18" charset="0"/>
            </a:endParaRPr>
          </a:p>
          <a:p>
            <a:pPr algn="l"/>
            <a:r>
              <a:rPr lang="en-US" altLang="en-US" sz="8000" dirty="0">
                <a:latin typeface="Times New Roman" panose="02020603050405020304" pitchFamily="18" charset="0"/>
                <a:cs typeface="Times New Roman" panose="02020603050405020304" pitchFamily="18" charset="0"/>
              </a:rPr>
              <a:t>Frontend: React.js</a:t>
            </a:r>
            <a:endParaRPr lang="en-US" altLang="en-US" sz="8000" dirty="0">
              <a:latin typeface="Times New Roman" panose="02020603050405020304" pitchFamily="18" charset="0"/>
              <a:cs typeface="Times New Roman" panose="02020603050405020304" pitchFamily="18" charset="0"/>
            </a:endParaRPr>
          </a:p>
          <a:p>
            <a:pPr algn="l"/>
            <a:r>
              <a:rPr lang="en-US" altLang="en-US" sz="8000" dirty="0">
                <a:latin typeface="Times New Roman" panose="02020603050405020304" pitchFamily="18" charset="0"/>
                <a:cs typeface="Times New Roman" panose="02020603050405020304" pitchFamily="18" charset="0"/>
              </a:rPr>
              <a:t>Database: MongoDB / Local Storage</a:t>
            </a:r>
            <a:endParaRPr lang="en-US" altLang="en-US" sz="8000" dirty="0">
              <a:latin typeface="Times New Roman" panose="02020603050405020304" pitchFamily="18" charset="0"/>
              <a:cs typeface="Times New Roman" panose="02020603050405020304" pitchFamily="18" charset="0"/>
            </a:endParaRPr>
          </a:p>
          <a:p>
            <a:pPr algn="l"/>
            <a:r>
              <a:rPr lang="en-US" altLang="en-US" sz="8000" dirty="0">
                <a:latin typeface="Times New Roman" panose="02020603050405020304" pitchFamily="18" charset="0"/>
                <a:cs typeface="Times New Roman" panose="02020603050405020304" pitchFamily="18" charset="0"/>
              </a:rPr>
              <a:t>Libraries: OpenCV, InsightFace, ONNX Runtime</a:t>
            </a:r>
            <a:endParaRPr lang="en-US" altLang="en-US" sz="8000" dirty="0">
              <a:latin typeface="Times New Roman" panose="02020603050405020304" pitchFamily="18" charset="0"/>
              <a:cs typeface="Times New Roman" panose="02020603050405020304" pitchFamily="18" charset="0"/>
            </a:endParaRPr>
          </a:p>
          <a:p>
            <a:pPr marL="0" indent="0" algn="l">
              <a:buNone/>
            </a:pPr>
            <a:r>
              <a:rPr lang="en-US" altLang="en-US" sz="8000" b="1" dirty="0">
                <a:latin typeface="Times New Roman" panose="02020603050405020304" pitchFamily="18" charset="0"/>
                <a:cs typeface="Times New Roman" panose="02020603050405020304" pitchFamily="18" charset="0"/>
              </a:rPr>
              <a:t>Tools Used</a:t>
            </a:r>
            <a:endParaRPr lang="en-US" altLang="en-US" sz="8000" b="1" dirty="0">
              <a:latin typeface="Times New Roman" panose="02020603050405020304" pitchFamily="18" charset="0"/>
              <a:cs typeface="Times New Roman" panose="02020603050405020304" pitchFamily="18" charset="0"/>
            </a:endParaRPr>
          </a:p>
          <a:p>
            <a:pPr algn="l"/>
            <a:r>
              <a:rPr lang="en-US" altLang="en-US" sz="8000" dirty="0">
                <a:latin typeface="Times New Roman" panose="02020603050405020304" pitchFamily="18" charset="0"/>
                <a:cs typeface="Times New Roman" panose="02020603050405020304" pitchFamily="18" charset="0"/>
              </a:rPr>
              <a:t>VS Code</a:t>
            </a:r>
            <a:endParaRPr lang="en-US" altLang="en-US" sz="8000" dirty="0">
              <a:latin typeface="Times New Roman" panose="02020603050405020304" pitchFamily="18" charset="0"/>
              <a:cs typeface="Times New Roman" panose="02020603050405020304" pitchFamily="18" charset="0"/>
            </a:endParaRPr>
          </a:p>
          <a:p>
            <a:pPr algn="l"/>
            <a:r>
              <a:rPr lang="en-US" altLang="en-US" sz="8000" dirty="0">
                <a:latin typeface="Times New Roman" panose="02020603050405020304" pitchFamily="18" charset="0"/>
                <a:cs typeface="Times New Roman" panose="02020603050405020304" pitchFamily="18" charset="0"/>
              </a:rPr>
              <a:t>Postman / Web Browser</a:t>
            </a:r>
            <a:endParaRPr lang="en-US" altLang="en-US" sz="80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fld>
            <a:endParaRPr lang="en-US" altLang="en-US"/>
          </a:p>
        </p:txBody>
      </p:sp>
      <p:sp>
        <p:nvSpPr>
          <p:cNvPr id="5" name="Text Box 4"/>
          <p:cNvSpPr txBox="1"/>
          <p:nvPr/>
        </p:nvSpPr>
        <p:spPr>
          <a:xfrm>
            <a:off x="4704080" y="660400"/>
            <a:ext cx="4064000" cy="368300"/>
          </a:xfrm>
          <a:prstGeom prst="rect">
            <a:avLst/>
          </a:prstGeom>
          <a:noFill/>
        </p:spPr>
        <p:txBody>
          <a:bodyPr wrap="square" rtlCol="0">
            <a:spAutoFit/>
          </a:bodyPr>
          <a:p>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pPr marL="152400" algn="just">
              <a:lnSpc>
                <a:spcPct val="100000"/>
              </a:lnSpc>
              <a:spcBef>
                <a:spcPts val="0"/>
              </a:spcBef>
            </a:pPr>
            <a:r>
              <a:rPr lang="en-IN" sz="3200" b="1" dirty="0">
                <a:solidFill>
                  <a:schemeClr val="accent1">
                    <a:lumMod val="75000"/>
                  </a:schemeClr>
                </a:solidFill>
                <a:latin typeface="Times New Roman" panose="02020603050405020304" pitchFamily="18" charset="0"/>
                <a:cs typeface="Times New Roman" panose="02020603050405020304" pitchFamily="18" charset="0"/>
              </a:rPr>
              <a:t>Advantages of Proposed System/Work</a:t>
            </a:r>
            <a:endParaRPr lang="en-IN" sz="3200" b="1"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184367"/>
            <a:ext cx="10515600" cy="4058194"/>
          </a:xfrm>
        </p:spPr>
        <p:txBody>
          <a:bodyPr>
            <a:normAutofit fontScale="25000"/>
          </a:bodyPr>
          <a:lstStyle/>
          <a:p>
            <a:pPr algn="just"/>
            <a:r>
              <a:rPr lang="en-US" altLang="en-US" sz="11200" dirty="0">
                <a:latin typeface="Times New Roman" panose="02020603050405020304" pitchFamily="18" charset="0"/>
                <a:cs typeface="Times New Roman" panose="02020603050405020304" pitchFamily="18" charset="0"/>
              </a:rPr>
              <a:t>Automates attendance using AI-based face recognition, reducing manual effort and human errors.</a:t>
            </a:r>
            <a:endParaRPr lang="en-US" altLang="en-US" sz="11200" dirty="0">
              <a:latin typeface="Times New Roman" panose="02020603050405020304" pitchFamily="18" charset="0"/>
              <a:cs typeface="Times New Roman" panose="02020603050405020304" pitchFamily="18" charset="0"/>
            </a:endParaRPr>
          </a:p>
          <a:p>
            <a:pPr algn="just"/>
            <a:r>
              <a:rPr lang="en-US" altLang="en-US" sz="11200" dirty="0">
                <a:latin typeface="Times New Roman" panose="02020603050405020304" pitchFamily="18" charset="0"/>
                <a:cs typeface="Times New Roman" panose="02020603050405020304" pitchFamily="18" charset="0"/>
              </a:rPr>
              <a:t>Prevents proxy attendance and ensures accurate, real-time record generation.</a:t>
            </a:r>
            <a:endParaRPr lang="en-US" altLang="en-US" sz="11200" dirty="0">
              <a:latin typeface="Times New Roman" panose="02020603050405020304" pitchFamily="18" charset="0"/>
              <a:cs typeface="Times New Roman" panose="02020603050405020304" pitchFamily="18" charset="0"/>
            </a:endParaRPr>
          </a:p>
          <a:p>
            <a:pPr algn="just"/>
            <a:r>
              <a:rPr lang="en-US" altLang="en-US" sz="11200" dirty="0">
                <a:latin typeface="Times New Roman" panose="02020603050405020304" pitchFamily="18" charset="0"/>
                <a:cs typeface="Times New Roman" panose="02020603050405020304" pitchFamily="18" charset="0"/>
              </a:rPr>
              <a:t>Saves time and improves overall operational efficiency.</a:t>
            </a:r>
            <a:endParaRPr lang="en-US" altLang="en-US" sz="11200" dirty="0">
              <a:latin typeface="Times New Roman" panose="02020603050405020304" pitchFamily="18" charset="0"/>
              <a:cs typeface="Times New Roman" panose="02020603050405020304" pitchFamily="18" charset="0"/>
            </a:endParaRPr>
          </a:p>
          <a:p>
            <a:pPr algn="just"/>
            <a:r>
              <a:rPr lang="en-US" altLang="en-US" sz="11200" dirty="0">
                <a:latin typeface="Times New Roman" panose="02020603050405020304" pitchFamily="18" charset="0"/>
                <a:cs typeface="Times New Roman" panose="02020603050405020304" pitchFamily="18" charset="0"/>
              </a:rPr>
              <a:t>Provides secure access with digital storage and organized data management.</a:t>
            </a:r>
            <a:endParaRPr lang="en-US" altLang="en-US" sz="11200" dirty="0">
              <a:latin typeface="Times New Roman" panose="02020603050405020304" pitchFamily="18" charset="0"/>
              <a:cs typeface="Times New Roman" panose="02020603050405020304" pitchFamily="18" charset="0"/>
            </a:endParaRPr>
          </a:p>
          <a:p>
            <a:pPr algn="just"/>
            <a:r>
              <a:rPr lang="en-US" altLang="en-US" sz="11200" dirty="0">
                <a:latin typeface="Times New Roman" panose="02020603050405020304" pitchFamily="18" charset="0"/>
                <a:cs typeface="Times New Roman" panose="02020603050405020304" pitchFamily="18" charset="0"/>
              </a:rPr>
              <a:t>Can be integrated with existing systems and used in educational and corporate environments.</a:t>
            </a:r>
            <a:endParaRPr lang="en-US" altLang="en-US" sz="112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fld>
            <a:endParaRPr lang="en-US" alt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96311"/>
          </a:xfrm>
        </p:spPr>
        <p:txBody>
          <a:bodyPr/>
          <a:lstStyle/>
          <a:p>
            <a:r>
              <a:rPr lang="en-US" sz="3200" b="1" dirty="0">
                <a:solidFill>
                  <a:srgbClr val="0070C0"/>
                </a:solidFill>
                <a:latin typeface="Times New Roman" panose="02020603050405020304" pitchFamily="18" charset="0"/>
                <a:cs typeface="Times New Roman" panose="02020603050405020304" pitchFamily="18" charset="0"/>
              </a:rPr>
              <a:t>Internship Road Map</a:t>
            </a:r>
            <a:endParaRPr lang="en-US" sz="3200" b="1" dirty="0">
              <a:solidFill>
                <a:srgbClr val="0070C0"/>
              </a:solidFill>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fld>
            <a:endParaRPr lang="en-US" altLang="en-US"/>
          </a:p>
        </p:txBody>
      </p:sp>
      <p:graphicFrame>
        <p:nvGraphicFramePr>
          <p:cNvPr id="8" name="Content Placeholder 7"/>
          <p:cNvGraphicFramePr>
            <a:graphicFrameLocks noGrp="1"/>
          </p:cNvGraphicFramePr>
          <p:nvPr>
            <p:ph idx="1"/>
          </p:nvPr>
        </p:nvGraphicFramePr>
        <p:xfrm>
          <a:off x="365125" y="1210491"/>
          <a:ext cx="10515600" cy="4058195"/>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graphicFrame>
        <p:nvGraphicFramePr>
          <p:cNvPr id="5" name="Table 4"/>
          <p:cNvGraphicFramePr/>
          <p:nvPr/>
        </p:nvGraphicFramePr>
        <p:xfrm>
          <a:off x="853440" y="2926080"/>
          <a:ext cx="10485120" cy="0"/>
        </p:xfrm>
        <a:graphic>
          <a:graphicData uri="http://schemas.openxmlformats.org/drawingml/2006/table">
            <a:tbl>
              <a:tblPr/>
              <a:tblGrid>
                <a:gridCol w="10485120"/>
              </a:tblGrid>
              <a:tr h="0">
                <a:tc>
                  <a:txBody>
                    <a:bodyPr/>
                    <a:p>
                      <a:endParaRPr sz="1100"/>
                    </a:p>
                  </a:txBody>
                  <a:tcPr marL="0" marR="0" marT="0" marB="0" anchor="ctr" anchorCtr="0">
                    <a:lnL>
                      <a:noFill/>
                    </a:lnL>
                    <a:lnR>
                      <a:noFill/>
                    </a:lnR>
                    <a:lnT>
                      <a:noFill/>
                    </a:lnT>
                    <a:lnB>
                      <a:noFill/>
                    </a:lnB>
                    <a:noFill/>
                  </a:tcPr>
                </a:tc>
              </a:tr>
            </a:tbl>
          </a:graphicData>
        </a:graphic>
      </p:graphicFrame>
      <p:graphicFrame>
        <p:nvGraphicFramePr>
          <p:cNvPr id="10" name="Table 9"/>
          <p:cNvGraphicFramePr/>
          <p:nvPr/>
        </p:nvGraphicFramePr>
        <p:xfrm>
          <a:off x="2296795" y="1033145"/>
          <a:ext cx="4815840" cy="490220"/>
        </p:xfrm>
        <a:graphic>
          <a:graphicData uri="http://schemas.openxmlformats.org/drawingml/2006/table">
            <a:tbl>
              <a:tblPr/>
              <a:tblGrid>
                <a:gridCol w="4815840"/>
              </a:tblGrid>
              <a:tr h="490220">
                <a:tc>
                  <a:txBody>
                    <a:bodyPr/>
                    <a:p>
                      <a:endParaRPr sz="1100"/>
                    </a:p>
                  </a:txBody>
                  <a:tcPr marL="0" marR="0" marT="0" marB="0" anchor="ctr" anchorCtr="0">
                    <a:lnL>
                      <a:noFill/>
                    </a:lnL>
                    <a:lnR>
                      <a:noFill/>
                    </a:lnR>
                    <a:lnT>
                      <a:noFill/>
                    </a:lnT>
                    <a:lnB>
                      <a:noFill/>
                    </a:lnB>
                    <a:noFill/>
                  </a:tcPr>
                </a:tc>
              </a:tr>
            </a:tbl>
          </a:graphicData>
        </a:graphic>
      </p:graphicFrame>
      <p:graphicFrame>
        <p:nvGraphicFramePr>
          <p:cNvPr id="14" name="Table 13"/>
          <p:cNvGraphicFramePr/>
          <p:nvPr>
            <p:custDataLst>
              <p:tags r:id="rId6"/>
            </p:custDataLst>
          </p:nvPr>
        </p:nvGraphicFramePr>
        <p:xfrm>
          <a:off x="3872230" y="1595120"/>
          <a:ext cx="1087755" cy="3615690"/>
        </p:xfrm>
        <a:graphic>
          <a:graphicData uri="http://schemas.openxmlformats.org/drawingml/2006/table">
            <a:tbl>
              <a:tblPr/>
              <a:tblGrid>
                <a:gridCol w="1087755"/>
              </a:tblGrid>
              <a:tr h="3615690">
                <a:tc>
                  <a:txBody>
                    <a:bodyPr/>
                    <a:p>
                      <a:pPr indent="0">
                        <a:buNone/>
                      </a:pPr>
                      <a:r>
                        <a:rPr lang="en-US" altLang="en-US" sz="1400"/>
                        <a:t>Literature Review</a:t>
                      </a:r>
                      <a:endParaRPr lang="en-US" altLang="en-US" sz="1400"/>
                    </a:p>
                    <a:p>
                      <a:pPr indent="0">
                        <a:buNone/>
                      </a:pPr>
                      <a:r>
                        <a:rPr lang="en-US" altLang="en-US" sz="1400"/>
                        <a:t>Proposed System</a:t>
                      </a:r>
                      <a:endParaRPr lang="en-US" altLang="en-US" sz="1400"/>
                    </a:p>
                    <a:p>
                      <a:pPr indent="0">
                        <a:buNone/>
                      </a:pPr>
                      <a:r>
                        <a:rPr lang="en-US" altLang="en-US" sz="1400"/>
                        <a:t>Problem Statement</a:t>
                      </a:r>
                      <a:endParaRPr lang="en-US" altLang="en-US" sz="1400"/>
                    </a:p>
                    <a:p>
                      <a:pPr indent="0">
                        <a:buNone/>
                      </a:pPr>
                      <a:r>
                        <a:rPr lang="en-US" altLang="en-US" sz="1400"/>
                        <a:t>System Requirements</a:t>
                      </a:r>
                      <a:endParaRPr lang="en-US" altLang="en-US" sz="1400"/>
                    </a:p>
                    <a:p>
                      <a:pPr indent="0">
                        <a:buNone/>
                      </a:pPr>
                      <a:r>
                        <a:rPr lang="en-US" altLang="en-US" sz="1400"/>
                        <a:t>Advantages of Proposed System/Work</a:t>
                      </a:r>
                      <a:endParaRPr lang="en-US" altLang="en-US" sz="1400"/>
                    </a:p>
                    <a:p>
                      <a:pPr indent="0">
                        <a:buNone/>
                      </a:pPr>
                      <a:endParaRPr lang="en-US" altLang="en-US" sz="1400"/>
                    </a:p>
                  </a:txBody>
                  <a:tcPr marL="0" marR="0" marT="0" marB="0" anchor="ctr" anchorCtr="0">
                    <a:lnL>
                      <a:noFill/>
                    </a:lnL>
                    <a:lnR>
                      <a:noFill/>
                    </a:lnR>
                    <a:lnT>
                      <a:noFill/>
                    </a:lnT>
                    <a:lnB>
                      <a:noFill/>
                    </a:lnB>
                    <a:noFill/>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96311"/>
          </a:xfrm>
        </p:spPr>
        <p:txBody>
          <a:bodyPr/>
          <a:lstStyle/>
          <a:p>
            <a:r>
              <a:rPr lang="en-US" sz="3200" b="1" dirty="0">
                <a:solidFill>
                  <a:srgbClr val="0070C0"/>
                </a:solidFill>
                <a:latin typeface="Times New Roman" panose="02020603050405020304" pitchFamily="18" charset="0"/>
                <a:cs typeface="Times New Roman" panose="02020603050405020304" pitchFamily="18" charset="0"/>
              </a:rPr>
              <a:t>Github Link</a:t>
            </a:r>
            <a:endParaRPr lang="en-US" sz="3200" b="1" dirty="0">
              <a:solidFill>
                <a:srgbClr val="0070C0"/>
              </a:solidFill>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fld>
            <a:endParaRPr lang="en-US" altLang="en-US"/>
          </a:p>
        </p:txBody>
      </p:sp>
      <p:sp>
        <p:nvSpPr>
          <p:cNvPr id="3" name="Content Placeholder 2"/>
          <p:cNvSpPr>
            <a:spLocks noGrp="1"/>
          </p:cNvSpPr>
          <p:nvPr>
            <p:ph idx="1"/>
          </p:nvPr>
        </p:nvSpPr>
        <p:spPr>
          <a:xfrm>
            <a:off x="1127028" y="961602"/>
            <a:ext cx="10515600" cy="4351338"/>
          </a:xfrm>
        </p:spPr>
        <p:txBody>
          <a:bodyPr/>
          <a:lstStyle/>
          <a:p>
            <a:r>
              <a:rPr lang="en-US" altLang="en-US" dirty="0">
                <a:sym typeface="+mn-ea"/>
              </a:rPr>
              <a:t>https://github.com/Karthik8844/INTERNSHIP</a:t>
            </a:r>
            <a:endParaRPr lang="en-US" dirty="0">
              <a:solidFill>
                <a:schemeClr val="accent1"/>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2547258"/>
            <a:ext cx="10515600" cy="1214846"/>
          </a:xfrm>
        </p:spPr>
        <p:txBody>
          <a:bodyPr/>
          <a:lstStyle/>
          <a:p>
            <a:pPr marL="0" indent="0" algn="ctr">
              <a:buNone/>
            </a:pPr>
            <a:r>
              <a:rPr lang="en-US" sz="6600" dirty="0">
                <a:solidFill>
                  <a:srgbClr val="A71180"/>
                </a:solidFill>
                <a:latin typeface="Times New Roman" panose="02020603050405020304" pitchFamily="18" charset="0"/>
                <a:cs typeface="Times New Roman" panose="02020603050405020304" pitchFamily="18" charset="0"/>
              </a:rPr>
              <a:t>Thank you !!</a:t>
            </a:r>
            <a:endParaRPr lang="en-US" sz="6600" dirty="0">
              <a:solidFill>
                <a:srgbClr val="A71180"/>
              </a:solidFill>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fld>
            <a:endParaRPr lang="en-US" altLang="en-US"/>
          </a:p>
        </p:txBody>
      </p:sp>
    </p:spTree>
  </p:cSld>
  <p:clrMapOvr>
    <a:masterClrMapping/>
  </p:clrMapOvr>
</p:sld>
</file>

<file path=ppt/tags/tag1.xml><?xml version="1.0" encoding="utf-8"?>
<p:tagLst xmlns:p="http://schemas.openxmlformats.org/presentationml/2006/main">
  <p:tag name="TABLE_ENDDRAG_ORIGIN_RECT" val="863*385"/>
  <p:tag name="TABLE_ENDDRAG_RECT" val="55*77*863*385"/>
</p:tagLst>
</file>

<file path=ppt/tags/tag2.xml><?xml version="1.0" encoding="utf-8"?>
<p:tagLst xmlns:p="http://schemas.openxmlformats.org/presentationml/2006/main">
  <p:tag name="TABLE_ENDDRAG_ORIGIN_RECT" val="85*284"/>
  <p:tag name="TABLE_ENDDRAG_RECT" val="307*111*85*284"/>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6818</Words>
  <Application>WPS Presentation</Application>
  <PresentationFormat>Widescreen</PresentationFormat>
  <Paragraphs>269</Paragraphs>
  <Slides>16</Slides>
  <Notes>2</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16</vt:i4>
      </vt:variant>
    </vt:vector>
  </HeadingPairs>
  <TitlesOfParts>
    <vt:vector size="29" baseType="lpstr">
      <vt:lpstr>Arial</vt:lpstr>
      <vt:lpstr>SimSun</vt:lpstr>
      <vt:lpstr>Wingdings</vt:lpstr>
      <vt:lpstr>Arial</vt:lpstr>
      <vt:lpstr>Cambria</vt:lpstr>
      <vt:lpstr>Verdana</vt:lpstr>
      <vt:lpstr>Times New Roman</vt:lpstr>
      <vt:lpstr>Tahoma</vt:lpstr>
      <vt:lpstr>Microsoft YaHei</vt:lpstr>
      <vt:lpstr>Arial Unicode MS</vt:lpstr>
      <vt:lpstr>Calibri Light</vt:lpstr>
      <vt:lpstr>Calibri</vt:lpstr>
      <vt:lpstr>Office Theme</vt:lpstr>
      <vt:lpstr>PowerPoint 演示文稿</vt:lpstr>
      <vt:lpstr>Content</vt:lpstr>
      <vt:lpstr>About Company or Organization</vt:lpstr>
      <vt:lpstr>Working domain or the technology</vt:lpstr>
      <vt:lpstr>About your team and reporting Manager</vt:lpstr>
      <vt:lpstr>Challenges Faced in Internship</vt:lpstr>
      <vt:lpstr>Objectives of the work</vt:lpstr>
      <vt:lpstr>Literature Review</vt:lpstr>
      <vt:lpstr>Summary of Literature Reviewed</vt:lpstr>
      <vt:lpstr>Proposed System / Work</vt:lpstr>
      <vt:lpstr>Problem Statement</vt:lpstr>
      <vt:lpstr>System Requirements</vt:lpstr>
      <vt:lpstr>Advantages of Proposed System/Work</vt:lpstr>
      <vt:lpstr>Internship Road Map</vt:lpstr>
      <vt:lpstr>Github Link</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Gopalakrishnan N-Asst. Prof-CIV</dc:creator>
  <cp:lastModifiedBy>Karthik R</cp:lastModifiedBy>
  <cp:revision>744</cp:revision>
  <dcterms:created xsi:type="dcterms:W3CDTF">2022-10-14T07:18:00Z</dcterms:created>
  <dcterms:modified xsi:type="dcterms:W3CDTF">2026-02-09T20:40:35Z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A33DA706D8464B548E773A652D2C2999_13</vt:lpwstr>
  </property>
  <property fmtid="{D5CDD505-2E9C-101B-9397-08002B2CF9AE}" pid="3" name="KSOProductBuildVer">
    <vt:lpwstr>1033-12.2.0.23196</vt:lpwstr>
  </property>
</Properties>
</file>
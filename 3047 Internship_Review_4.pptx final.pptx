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9" r:id="rId3"/>
    <p:sldId id="260" r:id="rId5"/>
    <p:sldId id="280" r:id="rId6"/>
    <p:sldId id="270" r:id="rId7"/>
    <p:sldId id="282" r:id="rId8"/>
    <p:sldId id="271" r:id="rId9"/>
    <p:sldId id="272" r:id="rId10"/>
    <p:sldId id="274" r:id="rId11"/>
    <p:sldId id="275" r:id="rId12"/>
    <p:sldId id="276" r:id="rId13"/>
    <p:sldId id="277" r:id="rId14"/>
    <p:sldId id="279" r:id="rId15"/>
    <p:sldId id="281" r:id="rId16"/>
    <p:sldId id="278" r:id="rId17"/>
    <p:sldId id="283" r:id="rId18"/>
    <p:sldId id="284" r:id="rId19"/>
    <p:sldId id="285" r:id="rId20"/>
    <p:sldId id="286" r:id="rId21"/>
    <p:sldId id="289" r:id="rId22"/>
    <p:sldId id="290" r:id="rId23"/>
    <p:sldId id="287" r:id="rId24"/>
    <p:sldId id="288" r:id="rId25"/>
    <p:sldId id="266" r:id="rId26"/>
    <p:sldId id="267" r:id="rId27"/>
    <p:sldId id="26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70" autoAdjust="0"/>
    <p:restoredTop sz="94660"/>
  </p:normalViewPr>
  <p:slideViewPr>
    <p:cSldViewPr snapToGrid="0">
      <p:cViewPr varScale="1">
        <p:scale>
          <a:sx n="127" d="100"/>
          <a:sy n="127" d="100"/>
        </p:scale>
        <p:origin x="72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751524B-FB67-4894-A0C5-35151E149D68}" type="doc">
      <dgm:prSet loTypeId="urn:microsoft.com/office/officeart/2011/layout/InterconnectedBlockProcess" loCatId="process" qsTypeId="urn:microsoft.com/office/officeart/2005/8/quickstyle/simple1" qsCatId="simple" csTypeId="urn:microsoft.com/office/officeart/2005/8/colors/colorful1" csCatId="colorful" phldr="1"/>
      <dgm:spPr/>
      <dgm:t>
        <a:bodyPr/>
        <a:lstStyle/>
        <a:p>
          <a:endParaRPr lang="en-US"/>
        </a:p>
      </dgm:t>
    </dgm:pt>
    <dgm:pt modelId="{988D96B0-D16E-4763-B393-84178CF4FF50}">
      <dgm:prSet phldrT="[Text]"/>
      <dgm:spPr/>
      <dgm:t>
        <a:bodyPr/>
        <a:lstStyle/>
        <a:p>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gm:t>
    </dgm:pt>
    <dgm:pt modelId="{080A6B9D-C27D-4227-AC65-3C97878D78C4}" cxnId="{8CB593F6-6C5D-4606-B959-3E27F9872EC1}" type="parTrans">
      <dgm:prSet/>
      <dgm:spPr/>
      <dgm:t>
        <a:bodyPr/>
        <a:lstStyle/>
        <a:p>
          <a:endParaRPr lang="en-US"/>
        </a:p>
      </dgm:t>
    </dgm:pt>
    <dgm:pt modelId="{19B27CEC-4BAD-44A7-A9A7-B7A8B23ADCFD}" cxnId="{8CB593F6-6C5D-4606-B959-3E27F9872EC1}" type="sibTrans">
      <dgm:prSet/>
      <dgm:spPr/>
      <dgm:t>
        <a:bodyPr/>
        <a:lstStyle/>
        <a:p>
          <a:endParaRPr lang="en-US"/>
        </a:p>
      </dgm:t>
    </dgm:pt>
    <dgm:pt modelId="{D471E45F-B026-44AA-9616-57E786AE80AF}">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326A986D-69A4-4AC0-AD9B-462FFC9C3F18}" cxnId="{AEE28BEF-3F73-41A5-9307-D42A450FCA17}" type="parTrans">
      <dgm:prSet/>
      <dgm:spPr/>
      <dgm:t>
        <a:bodyPr/>
        <a:lstStyle/>
        <a:p>
          <a:endParaRPr lang="en-US"/>
        </a:p>
      </dgm:t>
    </dgm:pt>
    <dgm:pt modelId="{304E70AD-39C7-4C28-BF7B-6EE91BAE97B7}" cxnId="{AEE28BEF-3F73-41A5-9307-D42A450FCA17}" type="sibTrans">
      <dgm:prSet/>
      <dgm:spPr/>
      <dgm:t>
        <a:bodyPr/>
        <a:lstStyle/>
        <a:p>
          <a:endParaRPr lang="en-US"/>
        </a:p>
      </dgm:t>
    </dgm:pt>
    <dgm:pt modelId="{7B3055AA-BF7C-46D0-9A9E-60087B9F57B4}">
      <dgm:prSet phldrT="[Text]"/>
      <dgm:spPr/>
      <dgm:t>
        <a:bodyPr/>
        <a:lstStyle/>
        <a:p>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gm:t>
    </dgm:pt>
    <dgm:pt modelId="{F772EF41-D2BB-4368-8327-B4E332165F48}" cxnId="{6C7D4BBB-EED6-4011-9FBC-87F683D5B245}" type="parTrans">
      <dgm:prSet/>
      <dgm:spPr/>
      <dgm:t>
        <a:bodyPr/>
        <a:lstStyle/>
        <a:p>
          <a:endParaRPr lang="en-US"/>
        </a:p>
      </dgm:t>
    </dgm:pt>
    <dgm:pt modelId="{B81593E2-4CAC-4783-8D2D-E9DDD236A942}" cxnId="{6C7D4BBB-EED6-4011-9FBC-87F683D5B245}" type="sibTrans">
      <dgm:prSet/>
      <dgm:spPr/>
      <dgm:t>
        <a:bodyPr/>
        <a:lstStyle/>
        <a:p>
          <a:endParaRPr lang="en-US"/>
        </a:p>
      </dgm:t>
    </dgm:pt>
    <dgm:pt modelId="{9FED87C4-3F3B-4A18-9185-9F80CFEDEA2E}">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669F5586-1E47-4A85-AA72-0E435BABD665}" cxnId="{27611794-B6EF-4593-A560-02BF7692DC5A}" type="parTrans">
      <dgm:prSet/>
      <dgm:spPr/>
      <dgm:t>
        <a:bodyPr/>
        <a:lstStyle/>
        <a:p>
          <a:endParaRPr lang="en-US"/>
        </a:p>
      </dgm:t>
    </dgm:pt>
    <dgm:pt modelId="{AD0D1882-5210-4A49-9875-4AAC43595580}" cxnId="{27611794-B6EF-4593-A560-02BF7692DC5A}" type="sibTrans">
      <dgm:prSet/>
      <dgm:spPr/>
      <dgm:t>
        <a:bodyPr/>
        <a:lstStyle/>
        <a:p>
          <a:endParaRPr lang="en-US"/>
        </a:p>
      </dgm:t>
    </dgm:pt>
    <dgm:pt modelId="{A59EC69B-8F3F-425B-819F-E8C557946AEE}">
      <dgm:prSet phldrT="[Text]"/>
      <dgm:spPr/>
      <dgm:t>
        <a:bodyPr/>
        <a:lstStyle/>
        <a:p>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gm:t>
    </dgm:pt>
    <dgm:pt modelId="{0095C3CB-916F-4060-A8DA-DD282FB51587}" cxnId="{D1BA1DD0-A52A-47BF-962D-9810C87E1576}" type="parTrans">
      <dgm:prSet/>
      <dgm:spPr/>
      <dgm:t>
        <a:bodyPr/>
        <a:lstStyle/>
        <a:p>
          <a:endParaRPr lang="en-US"/>
        </a:p>
      </dgm:t>
    </dgm:pt>
    <dgm:pt modelId="{2868AD8D-4E38-46CE-A972-709857BF40AC}" cxnId="{D1BA1DD0-A52A-47BF-962D-9810C87E1576}" type="sibTrans">
      <dgm:prSet/>
      <dgm:spPr/>
      <dgm:t>
        <a:bodyPr/>
        <a:lstStyle/>
        <a:p>
          <a:endParaRPr lang="en-US"/>
        </a:p>
      </dgm:t>
    </dgm:pt>
    <dgm:pt modelId="{73DB572E-062D-41AD-8033-D361B8E583DB}">
      <dgm:prSet phldrT="[Text]" phldr="1"/>
      <dgm:spPr/>
      <dgm:t>
        <a:bodyPr/>
        <a:lstStyle/>
        <a:p>
          <a:endParaRPr lang="en-US" dirty="0">
            <a:latin typeface="Times New Roman" panose="02020603050405020304" pitchFamily="18" charset="0"/>
            <a:cs typeface="Times New Roman" panose="02020603050405020304" pitchFamily="18" charset="0"/>
          </a:endParaRPr>
        </a:p>
      </dgm:t>
    </dgm:pt>
    <dgm:pt modelId="{75D01B62-D132-48B8-9D06-D0A551A21107}" cxnId="{AA17007A-110D-43AE-B6F2-DF2DF885F2E2}" type="parTrans">
      <dgm:prSet/>
      <dgm:spPr/>
      <dgm:t>
        <a:bodyPr/>
        <a:lstStyle/>
        <a:p>
          <a:endParaRPr lang="en-US"/>
        </a:p>
      </dgm:t>
    </dgm:pt>
    <dgm:pt modelId="{98BDB650-3386-4D3D-8E80-609010499291}" cxnId="{AA17007A-110D-43AE-B6F2-DF2DF885F2E2}" type="sibTrans">
      <dgm:prSet/>
      <dgm:spPr/>
      <dgm:t>
        <a:bodyPr/>
        <a:lstStyle/>
        <a:p>
          <a:endParaRPr lang="en-US"/>
        </a:p>
      </dgm:t>
    </dgm:pt>
    <dgm:pt modelId="{5E92505A-51E0-4F78-B3C5-704ACF8710DE}">
      <dgm:prSet phldrT="[Text]"/>
      <dgm:spPr/>
      <dgm:t>
        <a:bodyPr/>
        <a:lstStyle/>
        <a:p>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gm:t>
    </dgm:pt>
    <dgm:pt modelId="{765B1266-7CE2-4F9C-AE38-D97DFBC1B151}" cxnId="{DA8CD5E8-B2EE-41E4-8EC6-CFB41D688F68}" type="parTrans">
      <dgm:prSet/>
      <dgm:spPr/>
      <dgm:t>
        <a:bodyPr/>
        <a:lstStyle/>
        <a:p>
          <a:endParaRPr lang="en-US"/>
        </a:p>
      </dgm:t>
    </dgm:pt>
    <dgm:pt modelId="{5E9E6A6F-635A-4791-A107-01E95B62EA08}" cxnId="{DA8CD5E8-B2EE-41E4-8EC6-CFB41D688F68}" type="sibTrans">
      <dgm:prSet/>
      <dgm:spPr/>
      <dgm:t>
        <a:bodyPr/>
        <a:lstStyle/>
        <a:p>
          <a:endParaRPr lang="en-US"/>
        </a:p>
      </dgm:t>
    </dgm:pt>
    <dgm:pt modelId="{65C051F6-A849-4495-A964-CD4C650B9C06}">
      <dgm:prSet phldrT="[Text]"/>
      <dgm:spPr/>
      <dgm:t>
        <a:bodyPr/>
        <a:lstStyle/>
        <a:p>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gm:t>
    </dgm:pt>
    <dgm:pt modelId="{C24738E5-1547-4D8D-A2CE-64D703ECDF78}" cxnId="{521FD508-C5FD-4804-AFDC-D1FF9945B211}" type="parTrans">
      <dgm:prSet/>
      <dgm:spPr/>
      <dgm:t>
        <a:bodyPr/>
        <a:lstStyle/>
        <a:p>
          <a:endParaRPr lang="en-US"/>
        </a:p>
      </dgm:t>
    </dgm:pt>
    <dgm:pt modelId="{196A2EB9-DD96-4630-B699-7AF000340374}" cxnId="{521FD508-C5FD-4804-AFDC-D1FF9945B211}" type="sibTrans">
      <dgm:prSet/>
      <dgm:spPr/>
      <dgm:t>
        <a:bodyPr/>
        <a:lstStyle/>
        <a:p>
          <a:endParaRPr lang="en-US"/>
        </a:p>
      </dgm:t>
    </dgm:pt>
    <dgm:pt modelId="{A6BCDA7B-D633-438F-B44D-CB4D60E5C492}" type="pres">
      <dgm:prSet presAssocID="{5751524B-FB67-4894-A0C5-35151E149D68}" presName="Name0" presStyleCnt="0">
        <dgm:presLayoutVars>
          <dgm:chMax val="7"/>
          <dgm:chPref val="5"/>
          <dgm:dir/>
          <dgm:animOne val="branch"/>
          <dgm:animLvl val="lvl"/>
        </dgm:presLayoutVars>
      </dgm:prSet>
      <dgm:spPr/>
      <dgm:t>
        <a:bodyPr/>
        <a:lstStyle/>
        <a:p>
          <a:endParaRPr lang="en-US"/>
        </a:p>
      </dgm:t>
    </dgm:pt>
    <dgm:pt modelId="{0EA92EC0-9C6F-4663-B822-B1E8E3DCB13B}" type="pres">
      <dgm:prSet presAssocID="{65C051F6-A849-4495-A964-CD4C650B9C06}" presName="ChildAccent5" presStyleCnt="0"/>
      <dgm:spPr/>
    </dgm:pt>
    <dgm:pt modelId="{8CAE5A4D-0C7B-48A6-917B-0B8433D0574B}" type="pres">
      <dgm:prSet presAssocID="{65C051F6-A849-4495-A964-CD4C650B9C06}" presName="ChildAccent" presStyleLbl="alignImgPlace1" presStyleIdx="0" presStyleCnt="5"/>
      <dgm:spPr/>
    </dgm:pt>
    <dgm:pt modelId="{928B615F-0F8D-4140-A638-0FBB8F5BF1E9}" type="pres">
      <dgm:prSet presAssocID="{65C051F6-A849-4495-A964-CD4C650B9C06}" presName="Child5" presStyleLbl="revTx" presStyleIdx="0" presStyleCnt="0">
        <dgm:presLayoutVars>
          <dgm:chMax val="0"/>
          <dgm:chPref val="0"/>
          <dgm:bulletEnabled val="1"/>
        </dgm:presLayoutVars>
      </dgm:prSet>
      <dgm:spPr/>
    </dgm:pt>
    <dgm:pt modelId="{C73DE52A-2F45-45E6-AD0E-D5BEAF609F8E}" type="pres">
      <dgm:prSet presAssocID="{65C051F6-A849-4495-A964-CD4C650B9C06}" presName="Parent5" presStyleLbl="node1" presStyleIdx="0" presStyleCnt="5">
        <dgm:presLayoutVars>
          <dgm:chMax val="2"/>
          <dgm:chPref val="1"/>
          <dgm:bulletEnabled val="1"/>
        </dgm:presLayoutVars>
      </dgm:prSet>
      <dgm:spPr/>
      <dgm:t>
        <a:bodyPr/>
        <a:lstStyle/>
        <a:p>
          <a:endParaRPr lang="en-US"/>
        </a:p>
      </dgm:t>
    </dgm:pt>
    <dgm:pt modelId="{EA3B7F60-AEEC-41A8-8A2C-D3679EFCD073}" type="pres">
      <dgm:prSet presAssocID="{5E92505A-51E0-4F78-B3C5-704ACF8710DE}" presName="ChildAccent4" presStyleCnt="0"/>
      <dgm:spPr/>
    </dgm:pt>
    <dgm:pt modelId="{FC0F1314-3294-4A8C-8DCE-EB53E236164C}" type="pres">
      <dgm:prSet presAssocID="{5E92505A-51E0-4F78-B3C5-704ACF8710DE}" presName="ChildAccent" presStyleLbl="alignImgPlace1" presStyleIdx="1" presStyleCnt="5"/>
      <dgm:spPr/>
      <dgm:t>
        <a:bodyPr/>
        <a:lstStyle/>
        <a:p>
          <a:endParaRPr lang="en-US"/>
        </a:p>
      </dgm:t>
    </dgm:pt>
    <dgm:pt modelId="{98225A61-A0EC-450A-BED8-EF2E47E8FD18}" type="pres">
      <dgm:prSet presAssocID="{5E92505A-51E0-4F78-B3C5-704ACF8710DE}" presName="Child4" presStyleLbl="revTx" presStyleIdx="0" presStyleCnt="0">
        <dgm:presLayoutVars>
          <dgm:chMax val="0"/>
          <dgm:chPref val="0"/>
          <dgm:bulletEnabled val="1"/>
        </dgm:presLayoutVars>
      </dgm:prSet>
      <dgm:spPr/>
    </dgm:pt>
    <dgm:pt modelId="{2AAD338D-3122-4454-9A67-16BE024D44E3}" type="pres">
      <dgm:prSet presAssocID="{5E92505A-51E0-4F78-B3C5-704ACF8710DE}" presName="Parent4" presStyleLbl="node1" presStyleIdx="1" presStyleCnt="5">
        <dgm:presLayoutVars>
          <dgm:chMax val="2"/>
          <dgm:chPref val="1"/>
          <dgm:bulletEnabled val="1"/>
        </dgm:presLayoutVars>
      </dgm:prSet>
      <dgm:spPr/>
      <dgm:t>
        <a:bodyPr/>
        <a:lstStyle/>
        <a:p>
          <a:endParaRPr lang="en-US"/>
        </a:p>
      </dgm:t>
    </dgm:pt>
    <dgm:pt modelId="{96AFCF47-32CA-4C44-9E3C-782007B7112E}" type="pres">
      <dgm:prSet presAssocID="{A59EC69B-8F3F-425B-819F-E8C557946AEE}" presName="ChildAccent3" presStyleCnt="0"/>
      <dgm:spPr/>
      <dgm:t>
        <a:bodyPr/>
        <a:lstStyle/>
        <a:p>
          <a:endParaRPr lang="en-US"/>
        </a:p>
      </dgm:t>
    </dgm:pt>
    <dgm:pt modelId="{2532504F-5FE1-4C97-B485-F05E8885EACC}" type="pres">
      <dgm:prSet presAssocID="{A59EC69B-8F3F-425B-819F-E8C557946AEE}" presName="ChildAccent" presStyleLbl="alignImgPlace1" presStyleIdx="2" presStyleCnt="5"/>
      <dgm:spPr/>
      <dgm:t>
        <a:bodyPr/>
        <a:lstStyle/>
        <a:p>
          <a:endParaRPr lang="en-US"/>
        </a:p>
      </dgm:t>
    </dgm:pt>
    <dgm:pt modelId="{0D08ED52-6744-4369-B780-916B09984775}" type="pres">
      <dgm:prSet presAssocID="{A59EC69B-8F3F-425B-819F-E8C557946AEE}" presName="Child3" presStyleLbl="revTx" presStyleIdx="0" presStyleCnt="0">
        <dgm:presLayoutVars>
          <dgm:chMax val="0"/>
          <dgm:chPref val="0"/>
          <dgm:bulletEnabled val="1"/>
        </dgm:presLayoutVars>
      </dgm:prSet>
      <dgm:spPr/>
      <dgm:t>
        <a:bodyPr/>
        <a:lstStyle/>
        <a:p>
          <a:endParaRPr lang="en-US"/>
        </a:p>
      </dgm:t>
    </dgm:pt>
    <dgm:pt modelId="{4C66D42D-7E6D-4563-AFDC-369C30B73F70}" type="pres">
      <dgm:prSet presAssocID="{A59EC69B-8F3F-425B-819F-E8C557946AEE}" presName="Parent3" presStyleLbl="node1" presStyleIdx="2" presStyleCnt="5">
        <dgm:presLayoutVars>
          <dgm:chMax val="2"/>
          <dgm:chPref val="1"/>
          <dgm:bulletEnabled val="1"/>
        </dgm:presLayoutVars>
      </dgm:prSet>
      <dgm:spPr/>
      <dgm:t>
        <a:bodyPr/>
        <a:lstStyle/>
        <a:p>
          <a:endParaRPr lang="en-US"/>
        </a:p>
      </dgm:t>
    </dgm:pt>
    <dgm:pt modelId="{C1269CE6-C767-48CC-AAFD-A238D1FFDABA}" type="pres">
      <dgm:prSet presAssocID="{7B3055AA-BF7C-46D0-9A9E-60087B9F57B4}" presName="ChildAccent2" presStyleCnt="0"/>
      <dgm:spPr/>
      <dgm:t>
        <a:bodyPr/>
        <a:lstStyle/>
        <a:p>
          <a:endParaRPr lang="en-US"/>
        </a:p>
      </dgm:t>
    </dgm:pt>
    <dgm:pt modelId="{06F8D57B-EDF4-4CF4-8700-DC2CA3E3028E}" type="pres">
      <dgm:prSet presAssocID="{7B3055AA-BF7C-46D0-9A9E-60087B9F57B4}" presName="ChildAccent" presStyleLbl="alignImgPlace1" presStyleIdx="3" presStyleCnt="5"/>
      <dgm:spPr/>
      <dgm:t>
        <a:bodyPr/>
        <a:lstStyle/>
        <a:p>
          <a:endParaRPr lang="en-US"/>
        </a:p>
      </dgm:t>
    </dgm:pt>
    <dgm:pt modelId="{6BCCFBA6-7A43-4631-AD7F-AFB10E1E6CD7}" type="pres">
      <dgm:prSet presAssocID="{7B3055AA-BF7C-46D0-9A9E-60087B9F57B4}" presName="Child2" presStyleLbl="revTx" presStyleIdx="0" presStyleCnt="0">
        <dgm:presLayoutVars>
          <dgm:chMax val="0"/>
          <dgm:chPref val="0"/>
          <dgm:bulletEnabled val="1"/>
        </dgm:presLayoutVars>
      </dgm:prSet>
      <dgm:spPr/>
      <dgm:t>
        <a:bodyPr/>
        <a:lstStyle/>
        <a:p>
          <a:endParaRPr lang="en-US"/>
        </a:p>
      </dgm:t>
    </dgm:pt>
    <dgm:pt modelId="{00BB3360-A9BB-4051-A4B1-1216F82F642C}" type="pres">
      <dgm:prSet presAssocID="{7B3055AA-BF7C-46D0-9A9E-60087B9F57B4}" presName="Parent2" presStyleLbl="node1" presStyleIdx="3" presStyleCnt="5">
        <dgm:presLayoutVars>
          <dgm:chMax val="2"/>
          <dgm:chPref val="1"/>
          <dgm:bulletEnabled val="1"/>
        </dgm:presLayoutVars>
      </dgm:prSet>
      <dgm:spPr/>
      <dgm:t>
        <a:bodyPr/>
        <a:lstStyle/>
        <a:p>
          <a:endParaRPr lang="en-US"/>
        </a:p>
      </dgm:t>
    </dgm:pt>
    <dgm:pt modelId="{7305DF14-0FF5-45E4-8B19-015814092DBD}" type="pres">
      <dgm:prSet presAssocID="{988D96B0-D16E-4763-B393-84178CF4FF50}" presName="ChildAccent1" presStyleCnt="0"/>
      <dgm:spPr/>
      <dgm:t>
        <a:bodyPr/>
        <a:lstStyle/>
        <a:p>
          <a:endParaRPr lang="en-US"/>
        </a:p>
      </dgm:t>
    </dgm:pt>
    <dgm:pt modelId="{A134CDD1-D85F-44EF-8BEE-9F99A855C1E6}" type="pres">
      <dgm:prSet presAssocID="{988D96B0-D16E-4763-B393-84178CF4FF50}" presName="ChildAccent" presStyleLbl="alignImgPlace1" presStyleIdx="4" presStyleCnt="5"/>
      <dgm:spPr/>
      <dgm:t>
        <a:bodyPr/>
        <a:lstStyle/>
        <a:p>
          <a:endParaRPr lang="en-US"/>
        </a:p>
      </dgm:t>
    </dgm:pt>
    <dgm:pt modelId="{1C91D7E3-8940-4A33-9182-677DD5415901}" type="pres">
      <dgm:prSet presAssocID="{988D96B0-D16E-4763-B393-84178CF4FF50}" presName="Child1" presStyleLbl="revTx" presStyleIdx="0" presStyleCnt="0">
        <dgm:presLayoutVars>
          <dgm:chMax val="0"/>
          <dgm:chPref val="0"/>
          <dgm:bulletEnabled val="1"/>
        </dgm:presLayoutVars>
      </dgm:prSet>
      <dgm:spPr/>
      <dgm:t>
        <a:bodyPr/>
        <a:lstStyle/>
        <a:p>
          <a:endParaRPr lang="en-US"/>
        </a:p>
      </dgm:t>
    </dgm:pt>
    <dgm:pt modelId="{65257024-FAC0-4522-B139-1CC85B547BE8}" type="pres">
      <dgm:prSet presAssocID="{988D96B0-D16E-4763-B393-84178CF4FF50}" presName="Parent1" presStyleLbl="node1" presStyleIdx="4" presStyleCnt="5">
        <dgm:presLayoutVars>
          <dgm:chMax val="2"/>
          <dgm:chPref val="1"/>
          <dgm:bulletEnabled val="1"/>
        </dgm:presLayoutVars>
      </dgm:prSet>
      <dgm:spPr/>
      <dgm:t>
        <a:bodyPr/>
        <a:lstStyle/>
        <a:p>
          <a:endParaRPr lang="en-US"/>
        </a:p>
      </dgm:t>
    </dgm:pt>
  </dgm:ptLst>
  <dgm:cxnLst>
    <dgm:cxn modelId="{E6B70501-CFCB-4D4A-94BE-F63036069196}" type="presOf" srcId="{5751524B-FB67-4894-A0C5-35151E149D68}" destId="{A6BCDA7B-D633-438F-B44D-CB4D60E5C492}" srcOrd="0" destOrd="0" presId="urn:microsoft.com/office/officeart/2011/layout/InterconnectedBlockProcess"/>
    <dgm:cxn modelId="{D95A05E5-1205-4AD1-9AA3-74CA7A4B9EF2}" type="presOf" srcId="{9FED87C4-3F3B-4A18-9185-9F80CFEDEA2E}" destId="{6BCCFBA6-7A43-4631-AD7F-AFB10E1E6CD7}" srcOrd="1" destOrd="0" presId="urn:microsoft.com/office/officeart/2011/layout/InterconnectedBlockProcess"/>
    <dgm:cxn modelId="{27611794-B6EF-4593-A560-02BF7692DC5A}" srcId="{7B3055AA-BF7C-46D0-9A9E-60087B9F57B4}" destId="{9FED87C4-3F3B-4A18-9185-9F80CFEDEA2E}" srcOrd="0" destOrd="0" parTransId="{669F5586-1E47-4A85-AA72-0E435BABD665}" sibTransId="{AD0D1882-5210-4A49-9875-4AAC43595580}"/>
    <dgm:cxn modelId="{BD4D063F-4481-4272-86B1-D2EA110CC162}" type="presOf" srcId="{73DB572E-062D-41AD-8033-D361B8E583DB}" destId="{0D08ED52-6744-4369-B780-916B09984775}" srcOrd="1" destOrd="0" presId="urn:microsoft.com/office/officeart/2011/layout/InterconnectedBlockProcess"/>
    <dgm:cxn modelId="{E94CD512-E47E-4B2A-8B42-1BBD0CE921B4}" type="presOf" srcId="{D471E45F-B026-44AA-9616-57E786AE80AF}" destId="{A134CDD1-D85F-44EF-8BEE-9F99A855C1E6}" srcOrd="0" destOrd="0" presId="urn:microsoft.com/office/officeart/2011/layout/InterconnectedBlockProcess"/>
    <dgm:cxn modelId="{58E76652-C24F-44B0-96A9-DDF4DA4C870A}" type="presOf" srcId="{7B3055AA-BF7C-46D0-9A9E-60087B9F57B4}" destId="{00BB3360-A9BB-4051-A4B1-1216F82F642C}" srcOrd="0" destOrd="0" presId="urn:microsoft.com/office/officeart/2011/layout/InterconnectedBlockProcess"/>
    <dgm:cxn modelId="{A6532C16-AFEE-4EEA-891E-F5DAB7412E13}" type="presOf" srcId="{73DB572E-062D-41AD-8033-D361B8E583DB}" destId="{2532504F-5FE1-4C97-B485-F05E8885EACC}" srcOrd="0" destOrd="0" presId="urn:microsoft.com/office/officeart/2011/layout/InterconnectedBlockProcess"/>
    <dgm:cxn modelId="{AA17007A-110D-43AE-B6F2-DF2DF885F2E2}" srcId="{A59EC69B-8F3F-425B-819F-E8C557946AEE}" destId="{73DB572E-062D-41AD-8033-D361B8E583DB}" srcOrd="0" destOrd="0" parTransId="{75D01B62-D132-48B8-9D06-D0A551A21107}" sibTransId="{98BDB650-3386-4D3D-8E80-609010499291}"/>
    <dgm:cxn modelId="{6C7D4BBB-EED6-4011-9FBC-87F683D5B245}" srcId="{5751524B-FB67-4894-A0C5-35151E149D68}" destId="{7B3055AA-BF7C-46D0-9A9E-60087B9F57B4}" srcOrd="1" destOrd="0" parTransId="{F772EF41-D2BB-4368-8327-B4E332165F48}" sibTransId="{B81593E2-4CAC-4783-8D2D-E9DDD236A942}"/>
    <dgm:cxn modelId="{940B4C9B-D5E4-4E48-A872-B455F86EA2F7}" type="presOf" srcId="{D471E45F-B026-44AA-9616-57E786AE80AF}" destId="{1C91D7E3-8940-4A33-9182-677DD5415901}" srcOrd="1" destOrd="0" presId="urn:microsoft.com/office/officeart/2011/layout/InterconnectedBlockProcess"/>
    <dgm:cxn modelId="{25C83D9F-B12A-43EF-8599-6589093E1A69}" type="presOf" srcId="{9FED87C4-3F3B-4A18-9185-9F80CFEDEA2E}" destId="{06F8D57B-EDF4-4CF4-8700-DC2CA3E3028E}" srcOrd="0" destOrd="0" presId="urn:microsoft.com/office/officeart/2011/layout/InterconnectedBlockProcess"/>
    <dgm:cxn modelId="{AD0A74B8-550A-4F0D-9A26-ADB7CD7A34B7}" type="presOf" srcId="{988D96B0-D16E-4763-B393-84178CF4FF50}" destId="{65257024-FAC0-4522-B139-1CC85B547BE8}" srcOrd="0" destOrd="0" presId="urn:microsoft.com/office/officeart/2011/layout/InterconnectedBlockProcess"/>
    <dgm:cxn modelId="{8CB593F6-6C5D-4606-B959-3E27F9872EC1}" srcId="{5751524B-FB67-4894-A0C5-35151E149D68}" destId="{988D96B0-D16E-4763-B393-84178CF4FF50}" srcOrd="0" destOrd="0" parTransId="{080A6B9D-C27D-4227-AC65-3C97878D78C4}" sibTransId="{19B27CEC-4BAD-44A7-A9A7-B7A8B23ADCFD}"/>
    <dgm:cxn modelId="{AEE28BEF-3F73-41A5-9307-D42A450FCA17}" srcId="{988D96B0-D16E-4763-B393-84178CF4FF50}" destId="{D471E45F-B026-44AA-9616-57E786AE80AF}" srcOrd="0" destOrd="0" parTransId="{326A986D-69A4-4AC0-AD9B-462FFC9C3F18}" sibTransId="{304E70AD-39C7-4C28-BF7B-6EE91BAE97B7}"/>
    <dgm:cxn modelId="{DCBBD912-689F-4398-945B-50D7C906D480}" type="presOf" srcId="{65C051F6-A849-4495-A964-CD4C650B9C06}" destId="{C73DE52A-2F45-45E6-AD0E-D5BEAF609F8E}" srcOrd="0" destOrd="0" presId="urn:microsoft.com/office/officeart/2011/layout/InterconnectedBlockProcess"/>
    <dgm:cxn modelId="{D1BA1DD0-A52A-47BF-962D-9810C87E1576}" srcId="{5751524B-FB67-4894-A0C5-35151E149D68}" destId="{A59EC69B-8F3F-425B-819F-E8C557946AEE}" srcOrd="2" destOrd="0" parTransId="{0095C3CB-916F-4060-A8DA-DD282FB51587}" sibTransId="{2868AD8D-4E38-46CE-A972-709857BF40AC}"/>
    <dgm:cxn modelId="{521FD508-C5FD-4804-AFDC-D1FF9945B211}" srcId="{5751524B-FB67-4894-A0C5-35151E149D68}" destId="{65C051F6-A849-4495-A964-CD4C650B9C06}" srcOrd="4" destOrd="0" parTransId="{C24738E5-1547-4D8D-A2CE-64D703ECDF78}" sibTransId="{196A2EB9-DD96-4630-B699-7AF000340374}"/>
    <dgm:cxn modelId="{5C3C918A-4C4A-4DEB-924A-CC330C09FB27}" type="presOf" srcId="{5E92505A-51E0-4F78-B3C5-704ACF8710DE}" destId="{2AAD338D-3122-4454-9A67-16BE024D44E3}" srcOrd="0" destOrd="0" presId="urn:microsoft.com/office/officeart/2011/layout/InterconnectedBlockProcess"/>
    <dgm:cxn modelId="{14271021-8784-4688-96FE-21B4F9A3C855}" type="presOf" srcId="{A59EC69B-8F3F-425B-819F-E8C557946AEE}" destId="{4C66D42D-7E6D-4563-AFDC-369C30B73F70}" srcOrd="0" destOrd="0" presId="urn:microsoft.com/office/officeart/2011/layout/InterconnectedBlockProcess"/>
    <dgm:cxn modelId="{DA8CD5E8-B2EE-41E4-8EC6-CFB41D688F68}" srcId="{5751524B-FB67-4894-A0C5-35151E149D68}" destId="{5E92505A-51E0-4F78-B3C5-704ACF8710DE}" srcOrd="3" destOrd="0" parTransId="{765B1266-7CE2-4F9C-AE38-D97DFBC1B151}" sibTransId="{5E9E6A6F-635A-4791-A107-01E95B62EA08}"/>
    <dgm:cxn modelId="{BA3911EC-283D-4FE0-BD2A-4C3459371EE9}" type="presParOf" srcId="{A6BCDA7B-D633-438F-B44D-CB4D60E5C492}" destId="{0EA92EC0-9C6F-4663-B822-B1E8E3DCB13B}" srcOrd="0" destOrd="0" presId="urn:microsoft.com/office/officeart/2011/layout/InterconnectedBlockProcess"/>
    <dgm:cxn modelId="{1EDBEF38-7069-4A80-88A4-D49C02CAA5E4}" type="presParOf" srcId="{0EA92EC0-9C6F-4663-B822-B1E8E3DCB13B}" destId="{8CAE5A4D-0C7B-48A6-917B-0B8433D0574B}" srcOrd="0" destOrd="0" presId="urn:microsoft.com/office/officeart/2011/layout/InterconnectedBlockProcess"/>
    <dgm:cxn modelId="{FD95BC11-BC93-47BA-B283-371C099AF1AD}" type="presParOf" srcId="{A6BCDA7B-D633-438F-B44D-CB4D60E5C492}" destId="{928B615F-0F8D-4140-A638-0FBB8F5BF1E9}" srcOrd="1" destOrd="0" presId="urn:microsoft.com/office/officeart/2011/layout/InterconnectedBlockProcess"/>
    <dgm:cxn modelId="{A02166CE-2B20-436D-AF28-8342A22134F7}" type="presParOf" srcId="{A6BCDA7B-D633-438F-B44D-CB4D60E5C492}" destId="{C73DE52A-2F45-45E6-AD0E-D5BEAF609F8E}" srcOrd="2" destOrd="0" presId="urn:microsoft.com/office/officeart/2011/layout/InterconnectedBlockProcess"/>
    <dgm:cxn modelId="{EF68827D-5F4A-488B-9569-C6B84C6E22B2}" type="presParOf" srcId="{A6BCDA7B-D633-438F-B44D-CB4D60E5C492}" destId="{EA3B7F60-AEEC-41A8-8A2C-D3679EFCD073}" srcOrd="3" destOrd="0" presId="urn:microsoft.com/office/officeart/2011/layout/InterconnectedBlockProcess"/>
    <dgm:cxn modelId="{AA6818F2-EB06-4F0B-AB64-08A61B86B1F5}" type="presParOf" srcId="{EA3B7F60-AEEC-41A8-8A2C-D3679EFCD073}" destId="{FC0F1314-3294-4A8C-8DCE-EB53E236164C}" srcOrd="0" destOrd="0" presId="urn:microsoft.com/office/officeart/2011/layout/InterconnectedBlockProcess"/>
    <dgm:cxn modelId="{515B5789-A9FD-48CC-AEC5-3887D1DCB166}" type="presParOf" srcId="{A6BCDA7B-D633-438F-B44D-CB4D60E5C492}" destId="{98225A61-A0EC-450A-BED8-EF2E47E8FD18}" srcOrd="4" destOrd="0" presId="urn:microsoft.com/office/officeart/2011/layout/InterconnectedBlockProcess"/>
    <dgm:cxn modelId="{EC041B1B-950E-47B0-AC02-75FE785BC810}" type="presParOf" srcId="{A6BCDA7B-D633-438F-B44D-CB4D60E5C492}" destId="{2AAD338D-3122-4454-9A67-16BE024D44E3}" srcOrd="5" destOrd="0" presId="urn:microsoft.com/office/officeart/2011/layout/InterconnectedBlockProcess"/>
    <dgm:cxn modelId="{3432AE63-9FD1-4BC7-9DEF-3B96DC1D18B6}" type="presParOf" srcId="{A6BCDA7B-D633-438F-B44D-CB4D60E5C492}" destId="{96AFCF47-32CA-4C44-9E3C-782007B7112E}" srcOrd="6" destOrd="0" presId="urn:microsoft.com/office/officeart/2011/layout/InterconnectedBlockProcess"/>
    <dgm:cxn modelId="{923E99A6-341B-451C-8867-E92FC25AC53B}" type="presParOf" srcId="{96AFCF47-32CA-4C44-9E3C-782007B7112E}" destId="{2532504F-5FE1-4C97-B485-F05E8885EACC}" srcOrd="0" destOrd="0" presId="urn:microsoft.com/office/officeart/2011/layout/InterconnectedBlockProcess"/>
    <dgm:cxn modelId="{D722F7D5-C052-4884-8CB8-8D1A48BD812B}" type="presParOf" srcId="{A6BCDA7B-D633-438F-B44D-CB4D60E5C492}" destId="{0D08ED52-6744-4369-B780-916B09984775}" srcOrd="7" destOrd="0" presId="urn:microsoft.com/office/officeart/2011/layout/InterconnectedBlockProcess"/>
    <dgm:cxn modelId="{3AD2F176-129A-4447-ADA9-E3E89DF9D891}" type="presParOf" srcId="{A6BCDA7B-D633-438F-B44D-CB4D60E5C492}" destId="{4C66D42D-7E6D-4563-AFDC-369C30B73F70}" srcOrd="8" destOrd="0" presId="urn:microsoft.com/office/officeart/2011/layout/InterconnectedBlockProcess"/>
    <dgm:cxn modelId="{D208DA9D-BE25-4BF1-B0BD-F2F14E865E97}" type="presParOf" srcId="{A6BCDA7B-D633-438F-B44D-CB4D60E5C492}" destId="{C1269CE6-C767-48CC-AAFD-A238D1FFDABA}" srcOrd="9" destOrd="0" presId="urn:microsoft.com/office/officeart/2011/layout/InterconnectedBlockProcess"/>
    <dgm:cxn modelId="{2AC68A3D-1C33-40F1-A5CE-D5AFE03E40CC}" type="presParOf" srcId="{C1269CE6-C767-48CC-AAFD-A238D1FFDABA}" destId="{06F8D57B-EDF4-4CF4-8700-DC2CA3E3028E}" srcOrd="0" destOrd="0" presId="urn:microsoft.com/office/officeart/2011/layout/InterconnectedBlockProcess"/>
    <dgm:cxn modelId="{1AC84B5C-9F91-4220-9E7F-5BE6D44EABB4}" type="presParOf" srcId="{A6BCDA7B-D633-438F-B44D-CB4D60E5C492}" destId="{6BCCFBA6-7A43-4631-AD7F-AFB10E1E6CD7}" srcOrd="10" destOrd="0" presId="urn:microsoft.com/office/officeart/2011/layout/InterconnectedBlockProcess"/>
    <dgm:cxn modelId="{4D501E81-798D-4E10-9739-3749808FDBE7}" type="presParOf" srcId="{A6BCDA7B-D633-438F-B44D-CB4D60E5C492}" destId="{00BB3360-A9BB-4051-A4B1-1216F82F642C}" srcOrd="11" destOrd="0" presId="urn:microsoft.com/office/officeart/2011/layout/InterconnectedBlockProcess"/>
    <dgm:cxn modelId="{61C4626E-22F6-45E2-856C-8C7D72EEE8E3}" type="presParOf" srcId="{A6BCDA7B-D633-438F-B44D-CB4D60E5C492}" destId="{7305DF14-0FF5-45E4-8B19-015814092DBD}" srcOrd="12" destOrd="0" presId="urn:microsoft.com/office/officeart/2011/layout/InterconnectedBlockProcess"/>
    <dgm:cxn modelId="{40E047E4-8B96-4BE3-A685-38A19A4860FE}" type="presParOf" srcId="{7305DF14-0FF5-45E4-8B19-015814092DBD}" destId="{A134CDD1-D85F-44EF-8BEE-9F99A855C1E6}" srcOrd="0" destOrd="0" presId="urn:microsoft.com/office/officeart/2011/layout/InterconnectedBlockProcess"/>
    <dgm:cxn modelId="{7D071F6A-A4AA-4BFF-AC77-DA71956DD8F9}" type="presParOf" srcId="{A6BCDA7B-D633-438F-B44D-CB4D60E5C492}" destId="{1C91D7E3-8940-4A33-9182-677DD5415901}" srcOrd="13" destOrd="0" presId="urn:microsoft.com/office/officeart/2011/layout/InterconnectedBlockProcess"/>
    <dgm:cxn modelId="{189850BB-B69B-4D35-82C0-6BC106290228}" type="presParOf" srcId="{A6BCDA7B-D633-438F-B44D-CB4D60E5C492}" destId="{65257024-FAC0-4522-B139-1CC85B547BE8}" srcOrd="14" destOrd="0" presId="urn:microsoft.com/office/officeart/2011/layout/InterconnectedBlockProcess"/>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6388411" cy="4058195"/>
        <a:chOff x="0" y="0"/>
        <a:chExt cx="6388411" cy="4058195"/>
      </a:xfrm>
    </dsp:grpSpPr>
    <dsp:sp modelId="{8CAE5A4D-0C7B-48A6-917B-0B8433D0574B}">
      <dsp:nvSpPr>
        <dsp:cNvPr id="3" name="Rectangular Callout 2"/>
        <dsp:cNvSpPr/>
      </dsp:nvSpPr>
      <dsp:spPr bwMode="white">
        <a:xfrm>
          <a:off x="7173684" y="811639"/>
          <a:ext cx="1278321" cy="3246556"/>
        </a:xfrm>
        <a:prstGeom prst="wedgeRectCallout">
          <a:avLst>
            <a:gd name="adj1" fmla="val 0"/>
            <a:gd name="adj2" fmla="val 0"/>
          </a:avLst>
        </a:prstGeom>
      </dsp:spPr>
      <dsp:style>
        <a:lnRef idx="2">
          <a:schemeClr val="lt1"/>
        </a:lnRef>
        <a:fillRef idx="1">
          <a:schemeClr val="accent1">
            <a:tint val="50000"/>
            <a:hueOff val="0"/>
            <a:satOff val="0"/>
            <a:lumOff val="0"/>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7173684" y="811639"/>
        <a:ext cx="1278321" cy="3246556"/>
      </dsp:txXfrm>
    </dsp:sp>
    <dsp:sp modelId="{C73DE52A-2F45-45E6-AD0E-D5BEAF609F8E}">
      <dsp:nvSpPr>
        <dsp:cNvPr id="4" name="Rectangles 3"/>
        <dsp:cNvSpPr/>
      </dsp:nvSpPr>
      <dsp:spPr bwMode="white">
        <a:xfrm>
          <a:off x="7173684" y="0"/>
          <a:ext cx="1278321" cy="811639"/>
        </a:xfrm>
        <a:prstGeom prst="rect">
          <a:avLst/>
        </a:prstGeom>
      </dsp:spPr>
      <dsp:style>
        <a:lnRef idx="2">
          <a:schemeClr val="lt1"/>
        </a:lnRef>
        <a:fillRef idx="1">
          <a:schemeClr val="accent2"/>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Final Review</a:t>
          </a:r>
          <a:endParaRPr lang="en-US" dirty="0">
            <a:latin typeface="Times New Roman" panose="02020603050405020304" pitchFamily="18" charset="0"/>
            <a:cs typeface="Times New Roman" panose="02020603050405020304" pitchFamily="18" charset="0"/>
          </a:endParaRPr>
        </a:p>
      </dsp:txBody>
      <dsp:txXfrm>
        <a:off x="7173684" y="0"/>
        <a:ext cx="1278321" cy="811639"/>
      </dsp:txXfrm>
    </dsp:sp>
    <dsp:sp modelId="{FC0F1314-3294-4A8C-8DCE-EB53E236164C}">
      <dsp:nvSpPr>
        <dsp:cNvPr id="5" name="Rectangular Callout 4"/>
        <dsp:cNvSpPr/>
      </dsp:nvSpPr>
      <dsp:spPr bwMode="white">
        <a:xfrm>
          <a:off x="5898558" y="811639"/>
          <a:ext cx="1278321" cy="3043646"/>
        </a:xfrm>
        <a:prstGeom prst="wedgeRectCallout">
          <a:avLst>
            <a:gd name="adj1" fmla="val 62500"/>
            <a:gd name="adj2" fmla="val 20830"/>
          </a:avLst>
        </a:prstGeom>
      </dsp:spPr>
      <dsp:style>
        <a:lnRef idx="2">
          <a:schemeClr val="lt1"/>
        </a:lnRef>
        <a:fillRef idx="1">
          <a:schemeClr val="accent1">
            <a:tint val="50000"/>
            <a:hueOff val="-3195000"/>
            <a:satOff val="9216"/>
            <a:lumOff val="3137"/>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5898558" y="811639"/>
        <a:ext cx="1278321" cy="3043646"/>
      </dsp:txXfrm>
    </dsp:sp>
    <dsp:sp modelId="{2AAD338D-3122-4454-9A67-16BE024D44E3}">
      <dsp:nvSpPr>
        <dsp:cNvPr id="6" name="Rectangles 5"/>
        <dsp:cNvSpPr/>
      </dsp:nvSpPr>
      <dsp:spPr bwMode="white">
        <a:xfrm>
          <a:off x="5898558" y="101455"/>
          <a:ext cx="1278321" cy="710184"/>
        </a:xfrm>
        <a:prstGeom prst="rect">
          <a:avLst/>
        </a:prstGeom>
      </dsp:spPr>
      <dsp:style>
        <a:lnRef idx="2">
          <a:schemeClr val="lt1"/>
        </a:lnRef>
        <a:fillRef idx="1">
          <a:schemeClr val="accent3"/>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4</a:t>
          </a:r>
          <a:endParaRPr lang="en-US" dirty="0">
            <a:latin typeface="Times New Roman" panose="02020603050405020304" pitchFamily="18" charset="0"/>
            <a:cs typeface="Times New Roman" panose="02020603050405020304" pitchFamily="18" charset="0"/>
          </a:endParaRPr>
        </a:p>
      </dsp:txBody>
      <dsp:txXfrm>
        <a:off x="5898558" y="101455"/>
        <a:ext cx="1278321" cy="710184"/>
      </dsp:txXfrm>
    </dsp:sp>
    <dsp:sp modelId="{2532504F-5FE1-4C97-B485-F05E8885EACC}">
      <dsp:nvSpPr>
        <dsp:cNvPr id="7" name="Rectangular Callout 6"/>
        <dsp:cNvSpPr/>
      </dsp:nvSpPr>
      <dsp:spPr bwMode="white">
        <a:xfrm>
          <a:off x="4620237" y="811639"/>
          <a:ext cx="1278321" cy="2840736"/>
        </a:xfrm>
        <a:prstGeom prst="wedgeRectCallout">
          <a:avLst>
            <a:gd name="adj1" fmla="val 62500"/>
            <a:gd name="adj2" fmla="val 20830"/>
          </a:avLst>
        </a:prstGeom>
      </dsp:spPr>
      <dsp:style>
        <a:lnRef idx="2">
          <a:schemeClr val="lt1"/>
        </a:lnRef>
        <a:fillRef idx="1">
          <a:schemeClr val="accent1">
            <a:tint val="50000"/>
            <a:hueOff val="-6390000"/>
            <a:satOff val="18431"/>
            <a:lumOff val="6275"/>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4620237" y="811639"/>
        <a:ext cx="1278321" cy="2840736"/>
      </dsp:txXfrm>
    </dsp:sp>
    <dsp:sp modelId="{4C66D42D-7E6D-4563-AFDC-369C30B73F70}">
      <dsp:nvSpPr>
        <dsp:cNvPr id="8" name="Rectangles 7"/>
        <dsp:cNvSpPr/>
      </dsp:nvSpPr>
      <dsp:spPr bwMode="white">
        <a:xfrm>
          <a:off x="4620237" y="206156"/>
          <a:ext cx="1278321" cy="608729"/>
        </a:xfrm>
        <a:prstGeom prst="rect">
          <a:avLst/>
        </a:prstGeom>
      </dsp:spPr>
      <dsp:style>
        <a:lnRef idx="2">
          <a:schemeClr val="lt1"/>
        </a:lnRef>
        <a:fillRef idx="1">
          <a:schemeClr val="accent4"/>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3</a:t>
          </a:r>
          <a:endParaRPr lang="en-US" dirty="0">
            <a:latin typeface="Times New Roman" panose="02020603050405020304" pitchFamily="18" charset="0"/>
            <a:cs typeface="Times New Roman" panose="02020603050405020304" pitchFamily="18" charset="0"/>
          </a:endParaRPr>
        </a:p>
      </dsp:txBody>
      <dsp:txXfrm>
        <a:off x="4620237" y="206156"/>
        <a:ext cx="1278321" cy="608729"/>
      </dsp:txXfrm>
    </dsp:sp>
    <dsp:sp modelId="{06F8D57B-EDF4-4CF4-8700-DC2CA3E3028E}">
      <dsp:nvSpPr>
        <dsp:cNvPr id="9" name="Rectangular Callout 8"/>
        <dsp:cNvSpPr/>
      </dsp:nvSpPr>
      <dsp:spPr bwMode="white">
        <a:xfrm>
          <a:off x="3341916" y="811639"/>
          <a:ext cx="1278321" cy="2637827"/>
        </a:xfrm>
        <a:prstGeom prst="wedgeRectCallout">
          <a:avLst>
            <a:gd name="adj1" fmla="val 62500"/>
            <a:gd name="adj2" fmla="val 20830"/>
          </a:avLst>
        </a:prstGeom>
      </dsp:spPr>
      <dsp:style>
        <a:lnRef idx="2">
          <a:schemeClr val="lt1"/>
        </a:lnRef>
        <a:fillRef idx="1">
          <a:schemeClr val="accent1">
            <a:tint val="50000"/>
            <a:hueOff val="-9585000"/>
            <a:satOff val="27647"/>
            <a:lumOff val="9412"/>
            <a:alpha val="100000"/>
          </a:schemeClr>
        </a:fillRef>
        <a:effectRef idx="0">
          <a:scrgbClr r="0" g="0" b="0"/>
        </a:effectRef>
        <a:fontRef idx="minor"/>
      </dsp:style>
      <dsp:txXfrm>
        <a:off x="3341916" y="811639"/>
        <a:ext cx="1278321" cy="2637827"/>
      </dsp:txXfrm>
    </dsp:sp>
    <dsp:sp modelId="{00BB3360-A9BB-4051-A4B1-1216F82F642C}">
      <dsp:nvSpPr>
        <dsp:cNvPr id="11" name="Rectangles 10"/>
        <dsp:cNvSpPr/>
      </dsp:nvSpPr>
      <dsp:spPr bwMode="white">
        <a:xfrm>
          <a:off x="3341916" y="304365"/>
          <a:ext cx="1278321" cy="507274"/>
        </a:xfrm>
        <a:prstGeom prst="rect">
          <a:avLst/>
        </a:prstGeom>
      </dsp:spPr>
      <dsp:style>
        <a:lnRef idx="2">
          <a:schemeClr val="lt1"/>
        </a:lnRef>
        <a:fillRef idx="1">
          <a:schemeClr val="accent5"/>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2</a:t>
          </a:r>
          <a:endParaRPr lang="en-US" dirty="0">
            <a:latin typeface="Times New Roman" panose="02020603050405020304" pitchFamily="18" charset="0"/>
            <a:cs typeface="Times New Roman" panose="02020603050405020304" pitchFamily="18" charset="0"/>
          </a:endParaRPr>
        </a:p>
      </dsp:txBody>
      <dsp:txXfrm>
        <a:off x="3341916" y="304365"/>
        <a:ext cx="1278321" cy="507274"/>
      </dsp:txXfrm>
    </dsp:sp>
    <dsp:sp modelId="{A134CDD1-D85F-44EF-8BEE-9F99A855C1E6}">
      <dsp:nvSpPr>
        <dsp:cNvPr id="12" name="Rectangular Callout 11"/>
        <dsp:cNvSpPr/>
      </dsp:nvSpPr>
      <dsp:spPr bwMode="white">
        <a:xfrm>
          <a:off x="2063595" y="811639"/>
          <a:ext cx="1278321" cy="2434917"/>
        </a:xfrm>
        <a:prstGeom prst="wedgeRectCallout">
          <a:avLst>
            <a:gd name="adj1" fmla="val 62500"/>
            <a:gd name="adj2" fmla="val 20830"/>
          </a:avLst>
        </a:prstGeom>
      </dsp:spPr>
      <dsp:style>
        <a:lnRef idx="2">
          <a:schemeClr val="lt1"/>
        </a:lnRef>
        <a:fillRef idx="1">
          <a:schemeClr val="accent1">
            <a:tint val="50000"/>
            <a:hueOff val="-12780000"/>
            <a:satOff val="36863"/>
            <a:lumOff val="12549"/>
            <a:alpha val="100000"/>
          </a:schemeClr>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pPr lvl="0">
            <a:lnSpc>
              <a:spcPct val="100000"/>
            </a:lnSpc>
            <a:spcBef>
              <a:spcPct val="0"/>
            </a:spcBef>
            <a:spcAft>
              <a:spcPct val="35000"/>
            </a:spcAft>
          </a:pPr>
          <a:endParaRPr lang="en-US" dirty="0">
            <a:solidFill>
              <a:schemeClr val="tx1"/>
            </a:solidFill>
            <a:latin typeface="Times New Roman" panose="02020603050405020304" pitchFamily="18" charset="0"/>
            <a:cs typeface="Times New Roman" panose="02020603050405020304" pitchFamily="18" charset="0"/>
          </a:endParaRPr>
        </a:p>
      </dsp:txBody>
      <dsp:txXfrm>
        <a:off x="2063595" y="811639"/>
        <a:ext cx="1278321" cy="2434917"/>
      </dsp:txXfrm>
    </dsp:sp>
    <dsp:sp modelId="{65257024-FAC0-4522-B139-1CC85B547BE8}">
      <dsp:nvSpPr>
        <dsp:cNvPr id="13" name="Rectangles 12"/>
        <dsp:cNvSpPr/>
      </dsp:nvSpPr>
      <dsp:spPr bwMode="white">
        <a:xfrm>
          <a:off x="2063595" y="405820"/>
          <a:ext cx="1278321" cy="405820"/>
        </a:xfrm>
        <a:prstGeom prst="rect">
          <a:avLst/>
        </a:prstGeom>
      </dsp:spPr>
      <dsp:style>
        <a:lnRef idx="2">
          <a:schemeClr val="lt1"/>
        </a:lnRef>
        <a:fillRef idx="1">
          <a:schemeClr val="accent6"/>
        </a:fillRef>
        <a:effectRef idx="0">
          <a:scrgbClr r="0" g="0" b="0"/>
        </a:effectRef>
        <a:fontRef idx="minor">
          <a:schemeClr val="lt1"/>
        </a:fontRef>
      </dsp:style>
      <dsp:txBody>
        <a:bodyPr lIns="57150" tIns="57150" rIns="57150" bIns="57150" anchor="ctr"/>
        <a:lstStyle>
          <a:lvl1pPr algn="ctr">
            <a:defRPr sz="1800"/>
          </a:lvl1pPr>
          <a:lvl2pPr marL="114300" indent="-114300" algn="ctr">
            <a:defRPr sz="1400"/>
          </a:lvl2pPr>
          <a:lvl3pPr marL="228600" indent="-114300" algn="ctr">
            <a:defRPr sz="1400"/>
          </a:lvl3pPr>
          <a:lvl4pPr marL="342900" indent="-114300" algn="ctr">
            <a:defRPr sz="1400"/>
          </a:lvl4pPr>
          <a:lvl5pPr marL="457200" indent="-114300" algn="ctr">
            <a:defRPr sz="1400"/>
          </a:lvl5pPr>
          <a:lvl6pPr marL="571500" indent="-114300" algn="ctr">
            <a:defRPr sz="1400"/>
          </a:lvl6pPr>
          <a:lvl7pPr marL="685800" indent="-114300" algn="ctr">
            <a:defRPr sz="1400"/>
          </a:lvl7pPr>
          <a:lvl8pPr marL="800100" indent="-114300" algn="ctr">
            <a:defRPr sz="1400"/>
          </a:lvl8pPr>
          <a:lvl9pPr marL="914400" indent="-114300" algn="ctr">
            <a:defRPr sz="1400"/>
          </a:lvl9pPr>
        </a:lstStyle>
        <a:p>
          <a:pPr lvl="0">
            <a:lnSpc>
              <a:spcPct val="100000"/>
            </a:lnSpc>
            <a:spcBef>
              <a:spcPct val="0"/>
            </a:spcBef>
            <a:spcAft>
              <a:spcPct val="35000"/>
            </a:spcAft>
          </a:pPr>
          <a:r>
            <a:rPr lang="en-US" dirty="0" smtClean="0">
              <a:latin typeface="Times New Roman" panose="02020603050405020304" pitchFamily="18" charset="0"/>
              <a:cs typeface="Times New Roman" panose="02020603050405020304" pitchFamily="18" charset="0"/>
            </a:rPr>
            <a:t>Review 1</a:t>
          </a:r>
          <a:endParaRPr lang="en-US" dirty="0">
            <a:latin typeface="Times New Roman" panose="02020603050405020304" pitchFamily="18" charset="0"/>
            <a:cs typeface="Times New Roman" panose="02020603050405020304" pitchFamily="18" charset="0"/>
          </a:endParaRPr>
        </a:p>
      </dsp:txBody>
      <dsp:txXfrm>
        <a:off x="2063595" y="405820"/>
        <a:ext cx="1278321" cy="405820"/>
      </dsp:txXfrm>
    </dsp:sp>
    <dsp:sp modelId="{6BCCFBA6-7A43-4631-AD7F-AFB10E1E6CD7}">
      <dsp:nvSpPr>
        <dsp:cNvPr id="10" name="Rectangles 9"/>
        <dsp:cNvSpPr/>
      </dsp:nvSpPr>
      <dsp:spPr bwMode="white">
        <a:xfrm>
          <a:off x="3504181" y="811639"/>
          <a:ext cx="1116055" cy="2637827"/>
        </a:xfrm>
        <a:prstGeom prst="rect">
          <a:avLst/>
        </a:prstGeom>
        <a:noFill/>
        <a:ln>
          <a:noFill/>
        </a:ln>
      </dsp:spPr>
      <dsp:style>
        <a:lnRef idx="0">
          <a:scrgbClr r="0" g="0" b="0"/>
        </a:lnRef>
        <a:fillRef idx="0">
          <a:scrgbClr r="0" g="0" b="0"/>
        </a:fillRef>
        <a:effectRef idx="0">
          <a:scrgbClr r="0" g="0" b="0"/>
        </a:effectRef>
        <a:fontRef idx="minor"/>
      </dsp:style>
      <dsp:txBody>
        <a:bodyPr lIns="206375" tIns="206375" rIns="206375" bIns="206375" anchor="t"/>
        <a:lstStyle>
          <a:lvl1pPr algn="r">
            <a:defRPr sz="6500"/>
          </a:lvl1pPr>
          <a:lvl2pPr marL="285750" indent="-285750" algn="r">
            <a:defRPr sz="5100"/>
          </a:lvl2pPr>
          <a:lvl3pPr marL="571500" indent="-285750" algn="r">
            <a:defRPr sz="5100"/>
          </a:lvl3pPr>
          <a:lvl4pPr marL="857250" indent="-285750" algn="r">
            <a:defRPr sz="5100"/>
          </a:lvl4pPr>
          <a:lvl5pPr marL="1143000" indent="-285750" algn="r">
            <a:defRPr sz="5100"/>
          </a:lvl5pPr>
          <a:lvl6pPr marL="1428750" indent="-285750" algn="r">
            <a:defRPr sz="5100"/>
          </a:lvl6pPr>
          <a:lvl7pPr marL="1714500" indent="-285750" algn="r">
            <a:defRPr sz="5100"/>
          </a:lvl7pPr>
          <a:lvl8pPr marL="2000250" indent="-285750" algn="r">
            <a:defRPr sz="5100"/>
          </a:lvl8pPr>
          <a:lvl9pPr marL="2286000" indent="-285750" algn="r">
            <a:defRPr sz="5100"/>
          </a:lvl9pPr>
        </a:lstStyle>
        <a:p>
          <a:endParaRPr>
            <a:solidFill>
              <a:schemeClr val="tx1"/>
            </a:solidFill>
          </a:endParaRPr>
        </a:p>
      </dsp:txBody>
      <dsp:txXfrm>
        <a:off x="3504181" y="811639"/>
        <a:ext cx="1116055" cy="2637827"/>
      </dsp:txXfrm>
    </dsp:sp>
  </dsp:spTree>
</dsp:drawing>
</file>

<file path=ppt/diagrams/layout1.xml><?xml version="1.0" encoding="utf-8"?>
<dgm:layoutDef xmlns:dgm="http://schemas.openxmlformats.org/drawingml/2006/diagram" xmlns:a="http://schemas.openxmlformats.org/drawingml/2006/main" uniqueId="urn:microsoft.com/office/officeart/2011/layout/InterconnectedBlockProcess">
  <dgm:title val="Interconnected Block Process"/>
  <dgm:desc val="Use to show sequential steps in a process. Works best with small amounts of Level 1 text and medium amounts of Level 2 text."/>
  <dgm:catLst>
    <dgm:cat type="process" pri="5500"/>
    <dgm:cat type="officeonline" pri="3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 modelId="70" srcId="0" destId="40" srcOrd="2" destOrd="0"/>
        <dgm:cxn modelId="42" srcId="40" destId="41" srcOrd="0" destOrd="0"/>
      </dgm:cxnLst>
      <dgm:bg/>
      <dgm:whole/>
    </dgm:dataModel>
  </dgm:clrData>
  <dgm:layoutNode name="Name0">
    <dgm:varLst>
      <dgm:chMax val="7"/>
      <dgm:chPref val="5"/>
      <dgm:dir/>
      <dgm:animOne val="branch"/>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127"/>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5"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Accent1" refType="w" fact="0"/>
              <dgm:constr type="t" for="ch" forName="ChildAccent1" refType="h" fact="0.1613"/>
              <dgm:constr type="w" for="ch" forName="ChildAccent1" refType="w" fact="0.5"/>
              <dgm:constr type="h" for="ch" forName="ChildAccent1" refType="h" fact="0.7742"/>
              <dgm:constr type="l" for="ch" forName="Child1" refType="w" fact="0.0635"/>
              <dgm:constr type="t" for="ch" forName="Child1" refType="h" fact="0.1613"/>
              <dgm:constr type="w" for="ch" forName="Child1" refType="w" fact="0.4365"/>
              <dgm:constr type="h" for="ch" forName="Child1" refType="h" fact="0.7742"/>
              <dgm:constr type="l" for="ch" forName="Parent1" refType="w" fact="0"/>
              <dgm:constr type="t" for="ch" forName="Parent1" refType="h" fact="0.0323"/>
              <dgm:constr type="w" for="ch" forName="Parent1" refType="w" fact="0.5"/>
              <dgm:constr type="h" for="ch" forName="Parent1" refType="h" fact="0.129"/>
              <dgm:constr type="l" for="ch" forName="ChildAccent2" refType="w" fact="0.5"/>
              <dgm:constr type="t" for="ch" forName="ChildAccent2" refType="h" fact="0.1613"/>
              <dgm:constr type="w" for="ch" forName="ChildAccent2" refType="w" fact="0.5"/>
              <dgm:constr type="h" for="ch" forName="ChildAccent2" refType="h" fact="0.8387"/>
              <dgm:constr type="l" for="ch" forName="Child2" refType="w" fact="0.5635"/>
              <dgm:constr type="t" for="ch" forName="Child2" refType="h" fact="0.1613"/>
              <dgm:constr type="w" for="ch" forName="Child2" refType="w" fact="0.4365"/>
              <dgm:constr type="h" for="ch" forName="Child2" refType="h" fact="0.8387"/>
              <dgm:constr type="l" for="ch" forName="Parent2" refType="w" fact="0.5"/>
              <dgm:constr type="t" for="ch" forName="Parent2" refType="h" fact="0"/>
              <dgm:constr type="w" for="ch" forName="Parent2" refType="w" fact="0.5"/>
              <dgm:constr type="h" for="ch" forName="Parent2" refType="h" fact="0.1613"/>
            </dgm:constrLst>
          </dgm:if>
          <dgm:if name="Name6"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Accent1" refType="w" fact="0"/>
              <dgm:constr type="t" for="ch" forName="ChildAccent1" refType="h" fact="0.1757"/>
              <dgm:constr type="w" for="ch" forName="ChildAccent1" refType="w" fact="0.3333"/>
              <dgm:constr type="h" for="ch" forName="ChildAccent1" refType="h" fact="0.7066"/>
              <dgm:constr type="l" for="ch" forName="Child1" refType="w" fact="0.0423"/>
              <dgm:constr type="t" for="ch" forName="Child1" refType="h" fact="0.1757"/>
              <dgm:constr type="w" for="ch" forName="Child1" refType="w" fact="0.291"/>
              <dgm:constr type="h" for="ch" forName="Child1" refType="h" fact="0.7066"/>
              <dgm:constr type="l" for="ch" forName="Parent1" refType="w" fact="0"/>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Child2" refType="w" fact="0.3756"/>
              <dgm:constr type="t" for="ch" forName="Child2" refType="h" fact="0.1757"/>
              <dgm:constr type="w" for="ch" forName="Child2" refType="w" fact="0.291"/>
              <dgm:constr type="h" for="ch" forName="Child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6667"/>
              <dgm:constr type="t" for="ch" forName="ChildAccent3" refType="h" fact="0.1757"/>
              <dgm:constr type="w" for="ch" forName="ChildAccent3" refType="w" fact="0.3333"/>
              <dgm:constr type="h" for="ch" forName="ChildAccent3" refType="h" fact="0.8243"/>
              <dgm:constr type="l" for="ch" forName="Child3" refType="w" fact="0.709"/>
              <dgm:constr type="t" for="ch" forName="Child3" refType="h" fact="0.1757"/>
              <dgm:constr type="w" for="ch" forName="Child3" refType="w" fact="0.291"/>
              <dgm:constr type="h" for="ch" forName="Child3" refType="h" fact="0.8243"/>
              <dgm:constr type="l" for="ch" forName="Parent3" refType="w" fact="0.6667"/>
              <dgm:constr type="t" for="ch" forName="Parent3" refType="h" fact="0"/>
              <dgm:constr type="w" for="ch" forName="Parent3" refType="w" fact="0.3333"/>
              <dgm:constr type="h" for="ch" forName="Parent3" refType="h" fact="0.176"/>
            </dgm:constrLst>
          </dgm:if>
          <dgm:if name="Name7"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Accent1" refType="w" fact="0"/>
              <dgm:constr type="t" for="ch" forName="ChildAccent1" refType="h" fact="0.1892"/>
              <dgm:constr type="w" for="ch" forName="ChildAccent1" refType="w" fact="0.25"/>
              <dgm:constr type="h" for="ch" forName="ChildAccent1" refType="h" fact="0.6486"/>
              <dgm:constr type="l" for="ch" forName="Child1" refType="w" fact="0.0317"/>
              <dgm:constr type="t" for="ch" forName="Child1" refType="h" fact="0.1892"/>
              <dgm:constr type="w" for="ch" forName="Child1" refType="w" fact="0.2183"/>
              <dgm:constr type="h" for="ch" forName="Child1" refType="h" fact="0.6486"/>
              <dgm:constr type="l" for="ch" forName="Parent1" refType="w" fact="0"/>
              <dgm:constr type="t" for="ch" forName="Parent1" refType="h" fact="0.0811"/>
              <dgm:constr type="w" for="ch" forName="Parent1" refType="w" fact="0.25"/>
              <dgm:constr type="h" for="ch" forName="Parent1" refType="h" fact="0.1081"/>
              <dgm:constr type="l" for="ch" forName="ChildAccent2" refType="w" fact="0.25"/>
              <dgm:constr type="t" for="ch" forName="ChildAccent2" refType="h" fact="0.1892"/>
              <dgm:constr type="w" for="ch" forName="ChildAccent2" refType="w" fact="0.25"/>
              <dgm:constr type="h" for="ch" forName="ChildAccent2" refType="h" fact="0.7027"/>
              <dgm:constr type="l" for="ch" forName="Child2" refType="w" fact="0.2817"/>
              <dgm:constr type="t" for="ch" forName="Child2" refType="h" fact="0.1892"/>
              <dgm:constr type="w" for="ch" forName="Child2" refType="w" fact="0.2183"/>
              <dgm:constr type="h" for="ch" forName="Child2" refType="h" fact="0.7027"/>
              <dgm:constr type="l" for="ch" forName="Parent2" refType="w" fact="0.25"/>
              <dgm:constr type="t" for="ch" forName="Parent2" refType="h" fact="0.0541"/>
              <dgm:constr type="w" for="ch" forName="Parent2" refType="w" fact="0.25"/>
              <dgm:constr type="h" for="ch" forName="Parent2" refType="h" fact="0.1351"/>
              <dgm:constr type="l" for="ch" forName="ChildAccent3" refType="w" fact="0.5"/>
              <dgm:constr type="t" for="ch" forName="ChildAccent3" refType="h" fact="0.1892"/>
              <dgm:constr type="w" for="ch" forName="ChildAccent3" refType="w" fact="0.25"/>
              <dgm:constr type="h" for="ch" forName="ChildAccent3" refType="h" fact="0.7568"/>
              <dgm:constr type="l" for="ch" forName="Child3" refType="w" fact="0.5317"/>
              <dgm:constr type="t" for="ch" forName="Child3" refType="h" fact="0.1892"/>
              <dgm:constr type="w" for="ch" forName="Child3" refType="w" fact="0.2183"/>
              <dgm:constr type="h" for="ch" forName="Child3" refType="h" fact="0.7568"/>
              <dgm:constr type="l" for="ch" forName="Parent3" refType="w" fact="0.5"/>
              <dgm:constr type="t" for="ch" forName="Parent3" refType="h" fact="0.0275"/>
              <dgm:constr type="w" for="ch" forName="Parent3" refType="w" fact="0.25"/>
              <dgm:constr type="h" for="ch" forName="Parent3" refType="h" fact="0.1622"/>
              <dgm:constr type="l" for="ch" forName="ChildAccent4" refType="w" fact="0.75"/>
              <dgm:constr type="t" for="ch" forName="ChildAccent4" refType="h" fact="0.1892"/>
              <dgm:constr type="w" for="ch" forName="ChildAccent4" refType="w" fact="0.25"/>
              <dgm:constr type="h" for="ch" forName="ChildAccent4" refType="h" fact="0.8108"/>
              <dgm:constr type="l" for="ch" forName="Child4" refType="w" fact="0.7817"/>
              <dgm:constr type="t" for="ch" forName="Child4" refType="h" fact="0.1892"/>
              <dgm:constr type="w" for="ch" forName="Child4" refType="w" fact="0.2183"/>
              <dgm:constr type="h" for="ch" forName="Child4" refType="h" fact="0.8108"/>
              <dgm:constr type="l" for="ch" forName="Parent4" refType="w" fact="0.75"/>
              <dgm:constr type="t" for="ch" forName="Parent4" refType="h" fact="0"/>
              <dgm:constr type="w" for="ch" forName="Parent4" refType="w" fact="0.25"/>
              <dgm:constr type="h" for="ch" forName="Parent4" refType="h" fact="0.1892"/>
            </dgm:constrLst>
          </dgm:if>
          <dgm:if name="Name8"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Accent1" refType="w" fact="0"/>
              <dgm:constr type="t" for="ch" forName="ChildAccent1" refType="h" fact="0.2"/>
              <dgm:constr type="w" for="ch" forName="ChildAccent1" refType="w" fact="0.2001"/>
              <dgm:constr type="h" for="ch" forName="ChildAccent1" refType="h" fact="0.6"/>
              <dgm:constr type="l" for="ch" forName="Child1" refType="w" fact="0.0254"/>
              <dgm:constr type="t" for="ch" forName="Child1" refType="h" fact="0.2"/>
              <dgm:constr type="w" for="ch" forName="Child1" refType="w" fact="0.1747"/>
              <dgm:constr type="h" for="ch" forName="Child1" refType="h" fact="0.6"/>
              <dgm:constr type="l" for="ch" forName="Parent1" refType="w" fact="0"/>
              <dgm:constr type="t" for="ch" forName="Parent1" refType="h" fact="0.1"/>
              <dgm:constr type="w" for="ch" forName="Parent1" refType="w" fact="0.2001"/>
              <dgm:constr type="h" for="ch" forName="Parent1" refType="h" fact="0.1"/>
              <dgm:constr type="l" for="ch" forName="ChildAccent2" refType="w" fact="0.2001"/>
              <dgm:constr type="t" for="ch" forName="ChildAccent2" refType="h" fact="0.2"/>
              <dgm:constr type="w" for="ch" forName="ChildAccent2" refType="w" fact="0.2001"/>
              <dgm:constr type="h" for="ch" forName="ChildAccent2" refType="h" fact="0.65"/>
              <dgm:constr type="l" for="ch" forName="Child2" refType="w" fact="0.2255"/>
              <dgm:constr type="t" for="ch" forName="Child2" refType="h" fact="0.2"/>
              <dgm:constr type="w" for="ch" forName="Child2" refType="w" fact="0.1747"/>
              <dgm:constr type="h" for="ch" forName="Child2" refType="h" fact="0.65"/>
              <dgm:constr type="l" for="ch" forName="Parent2" refType="w" fact="0.2001"/>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Child3" refType="w" fact="0.4256"/>
              <dgm:constr type="t" for="ch" forName="Child3" refType="h" fact="0.2"/>
              <dgm:constr type="w" for="ch" forName="Child3" refType="w" fact="0.1747"/>
              <dgm:constr type="h" for="ch" forName="Child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6003"/>
              <dgm:constr type="t" for="ch" forName="ChildAccent4" refType="h" fact="0.2"/>
              <dgm:constr type="w" for="ch" forName="ChildAccent4" refType="w" fact="0.2001"/>
              <dgm:constr type="h" for="ch" forName="ChildAccent4" refType="h" fact="0.75"/>
              <dgm:constr type="l" for="ch" forName="Child4" refType="w" fact="0.6257"/>
              <dgm:constr type="t" for="ch" forName="Child4" refType="h" fact="0.2"/>
              <dgm:constr type="w" for="ch" forName="Child4" refType="w" fact="0.1747"/>
              <dgm:constr type="h" for="ch" forName="Child4" refType="h" fact="0.75"/>
              <dgm:constr type="l" for="ch" forName="Parent4" refType="w" fact="0.6003"/>
              <dgm:constr type="t" for="ch" forName="Parent4" refType="h" fact="0.025"/>
              <dgm:constr type="w" for="ch" forName="Parent4" refType="w" fact="0.2001"/>
              <dgm:constr type="h" for="ch" forName="Parent4" refType="h" fact="0.175"/>
              <dgm:constr type="l" for="ch" forName="ChildAccent5" refType="w" fact="0.7999"/>
              <dgm:constr type="t" for="ch" forName="ChildAccent5" refType="h" fact="0.2"/>
              <dgm:constr type="w" for="ch" forName="ChildAccent5" refType="w" fact="0.2001"/>
              <dgm:constr type="h" for="ch" forName="ChildAccent5" refType="h" fact="0.8"/>
              <dgm:constr type="l" for="ch" forName="Child5" refType="w" fact="0.8253"/>
              <dgm:constr type="t" for="ch" forName="Child5" refType="h" fact="0.2"/>
              <dgm:constr type="w" for="ch" forName="Child5" refType="w" fact="0.1747"/>
              <dgm:constr type="h" for="ch" forName="Child5" refType="h" fact="0.8"/>
              <dgm:constr type="l" for="ch" forName="Parent5" refType="w" fact="0.7999"/>
              <dgm:constr type="t" for="ch" forName="Parent5" refType="h" fact="0"/>
              <dgm:constr type="w" for="ch" forName="Parent5" refType="w" fact="0.2001"/>
              <dgm:constr type="h" for="ch" forName="Parent5" refType="h" fact="0.2"/>
            </dgm:constrLst>
          </dgm:if>
          <dgm:if name="Name9"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Accent1" refType="w" fact="0"/>
              <dgm:constr type="t" for="ch" forName="ChildAccent1" refType="h" fact="0.2087"/>
              <dgm:constr type="w" for="ch" forName="ChildAccent1" refType="w" fact="0.167"/>
              <dgm:constr type="h" for="ch" forName="ChildAccent1" refType="h" fact="0.5586"/>
              <dgm:constr type="l" for="ch" forName="Child1" refType="w" fact="0.0212"/>
              <dgm:constr type="t" for="ch" forName="Child1" refType="h" fact="0.2087"/>
              <dgm:constr type="w" for="ch" forName="Child1" refType="w" fact="0.1458"/>
              <dgm:constr type="h" for="ch" forName="Child1" refType="h" fact="0.5586"/>
              <dgm:constr type="l" for="ch" forName="Parent1" refType="w" fact="0"/>
              <dgm:constr type="t" for="ch" forName="Parent1" refType="h" fact="0.1156"/>
              <dgm:constr type="w" for="ch" forName="Parent1" refType="w" fact="0.167"/>
              <dgm:constr type="h" for="ch" forName="Parent1" refType="h" fact="0.0931"/>
              <dgm:constr type="l" for="ch" forName="ChildAccent2" refType="w" fact="0.167"/>
              <dgm:constr type="t" for="ch" forName="ChildAccent2" refType="h" fact="0.2087"/>
              <dgm:constr type="w" for="ch" forName="ChildAccent2" refType="w" fact="0.167"/>
              <dgm:constr type="h" for="ch" forName="ChildAccent2" refType="h" fact="0.6051"/>
              <dgm:constr type="l" for="ch" forName="Child2" refType="w" fact="0.1888"/>
              <dgm:constr type="t" for="ch" forName="Child2" refType="h" fact="0.2087"/>
              <dgm:constr type="w" for="ch" forName="Child2" refType="w" fact="0.1458"/>
              <dgm:constr type="h" for="ch" forName="Child2" refType="h" fact="0.6051"/>
              <dgm:constr type="l" for="ch" forName="Parent2" refType="w" fact="0.167"/>
              <dgm:constr type="t" for="ch" forName="Parent2" refType="h" fact="0.0923"/>
              <dgm:constr type="w" for="ch" forName="Parent2" refType="w" fact="0.167"/>
              <dgm:constr type="h" for="ch" forName="Parent2" refType="h" fact="0.1164"/>
              <dgm:constr type="l" for="ch" forName="ChildAccent3" refType="w" fact="0.3339"/>
              <dgm:constr type="t" for="ch" forName="ChildAccent3" refType="h" fact="0.2087"/>
              <dgm:constr type="w" for="ch" forName="ChildAccent3" refType="w" fact="0.167"/>
              <dgm:constr type="h" for="ch" forName="ChildAccent3" refType="h" fact="0.6517"/>
              <dgm:constr type="l" for="ch" forName="Child3" refType="w" fact="0.3551"/>
              <dgm:constr type="t" for="ch" forName="Child3" refType="h" fact="0.2087"/>
              <dgm:constr type="w" for="ch" forName="Child3" refType="w" fact="0.1458"/>
              <dgm:constr type="h" for="ch" forName="Child3" refType="h" fact="0.6517"/>
              <dgm:constr type="l" for="ch" forName="Parent3" refType="w" fact="0.3339"/>
              <dgm:constr type="t" for="ch" forName="Parent3" refType="h" fact="0.0698"/>
              <dgm:constr type="w" for="ch" forName="Parent3" refType="w" fact="0.167"/>
              <dgm:constr type="h" for="ch" forName="Parent3" refType="h" fact="0.1396"/>
              <dgm:constr type="l" for="ch" forName="ChildAccent4" refType="w" fact="0.5009"/>
              <dgm:constr type="t" for="ch" forName="ChildAccent4" refType="h" fact="0.2087"/>
              <dgm:constr type="w" for="ch" forName="ChildAccent4" refType="w" fact="0.167"/>
              <dgm:constr type="h" for="ch" forName="ChildAccent4" refType="h" fact="0.6982"/>
              <dgm:constr type="l" for="ch" forName="Child4" refType="w" fact="0.5221"/>
              <dgm:constr type="t" for="ch" forName="Child4" refType="h" fact="0.2087"/>
              <dgm:constr type="w" for="ch" forName="Child4" refType="w" fact="0.1458"/>
              <dgm:constr type="h" for="ch" forName="Child4" refType="h" fact="0.6982"/>
              <dgm:constr type="l" for="ch" forName="Parent4" refType="w" fact="0.501"/>
              <dgm:constr type="t" for="ch" forName="Parent4" refType="h" fact="0.0458"/>
              <dgm:constr type="w" for="ch" forName="Parent4" refType="w" fact="0.167"/>
              <dgm:constr type="h" for="ch" forName="Parent4" refType="h" fact="0.1629"/>
              <dgm:constr type="l" for="ch" forName="ChildAccent5" refType="w" fact="0.6674"/>
              <dgm:constr type="t" for="ch" forName="ChildAccent5" refType="h" fact="0.2087"/>
              <dgm:constr type="w" for="ch" forName="ChildAccent5" refType="w" fact="0.167"/>
              <dgm:constr type="h" for="ch" forName="ChildAccent5" refType="h" fact="0.7448"/>
              <dgm:constr type="l" for="ch" forName="Child5" refType="w" fact="0.6886"/>
              <dgm:constr type="t" for="ch" forName="Child5" refType="h" fact="0.2087"/>
              <dgm:constr type="w" for="ch" forName="Child5" refType="w" fact="0.1458"/>
              <dgm:constr type="h" for="ch" forName="Child5" refType="h" fact="0.7448"/>
              <dgm:constr type="l" for="ch" forName="Parent5" refType="w" fact="0.668"/>
              <dgm:constr type="t" for="ch" forName="Parent5" refType="h" fact="0.0225"/>
              <dgm:constr type="w" for="ch" forName="Parent5" refType="w" fact="0.167"/>
              <dgm:constr type="h" for="ch" forName="Parent5" refType="h" fact="0.1862"/>
              <dgm:constr type="l" for="ch" forName="ChildAccent6" refType="w" fact="0.833"/>
              <dgm:constr type="t" for="ch" forName="ChildAccent6" refType="h" fact="0.2087"/>
              <dgm:constr type="w" for="ch" forName="ChildAccent6" refType="w" fact="0.167"/>
              <dgm:constr type="h" for="ch" forName="ChildAccent6" refType="h" fact="0.7913"/>
              <dgm:constr type="l" for="ch" forName="Child6" refType="w" fact="0.8542"/>
              <dgm:constr type="t" for="ch" forName="Child6" refType="h" fact="0.2087"/>
              <dgm:constr type="w" for="ch" forName="Child6" refType="w" fact="0.1458"/>
              <dgm:constr type="h" for="ch" forName="Child6" refType="h" fact="0.7913"/>
              <dgm:constr type="l" for="ch" forName="Parent6" refType="w" fact="0.835"/>
              <dgm:constr type="t" for="ch" forName="Parent6" refType="h" fact="0"/>
              <dgm:constr type="w" for="ch" forName="Parent6" refType="w" fact="0.165"/>
              <dgm:constr type="h" for="ch" forName="Parent6" refType="h" fact="0.2095"/>
            </dgm:constrLst>
          </dgm:if>
          <dgm:else name="Name10">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Accent1" refType="w" fact="0"/>
              <dgm:constr type="t" for="ch" forName="ChildAccent1" refType="h" fact="0.2168"/>
              <dgm:constr type="w" for="ch" forName="ChildAccent1" refType="w" fact="0.1432"/>
              <dgm:constr type="h" for="ch" forName="ChildAccent1" refType="h" fact="0.5221"/>
              <dgm:constr type="l" for="ch" forName="Child1" refType="w" fact="0.0182"/>
              <dgm:constr type="t" for="ch" forName="Child1" refType="h" fact="0.2168"/>
              <dgm:constr type="w" for="ch" forName="Child1" refType="w" fact="0.125"/>
              <dgm:constr type="h" for="ch" forName="Child1" refType="h" fact="0.5221"/>
              <dgm:constr type="l" for="ch" forName="Parent1" refType="w" fact="0"/>
              <dgm:constr type="t" for="ch" forName="Parent1" refType="h" fact="0.1298"/>
              <dgm:constr type="w" for="ch" forName="Parent1" refType="w" fact="0.1432"/>
              <dgm:constr type="h" for="ch" forName="Parent1" refType="h" fact="0.087"/>
              <dgm:constr type="l" for="ch" forName="ChildAccent2" refType="w" fact="0.1432"/>
              <dgm:constr type="t" for="ch" forName="ChildAccent2" refType="h" fact="0.2168"/>
              <dgm:constr type="w" for="ch" forName="ChildAccent2" refType="w" fact="0.1432"/>
              <dgm:constr type="h" for="ch" forName="ChildAccent2" refType="h" fact="0.5656"/>
              <dgm:constr type="l" for="ch" forName="Child2" refType="w" fact="0.1614"/>
              <dgm:constr type="t" for="ch" forName="Child2" refType="h" fact="0.2168"/>
              <dgm:constr type="w" for="ch" forName="Child2" refType="w" fact="0.125"/>
              <dgm:constr type="h" for="ch" forName="Child2" refType="h" fact="0.5656"/>
              <dgm:constr type="l" for="ch" forName="Parent2" refType="w" fact="0.1432"/>
              <dgm:constr type="t" for="ch" forName="Parent2" refType="h" fact="0.108"/>
              <dgm:constr type="w" for="ch" forName="Parent2" refType="w" fact="0.1432"/>
              <dgm:constr type="h" for="ch" forName="Parent2" refType="h" fact="0.1088"/>
              <dgm:constr type="l" for="ch" forName="ChildAccent3" refType="w" fact="0.2865"/>
              <dgm:constr type="t" for="ch" forName="ChildAccent3" refType="h" fact="0.2168"/>
              <dgm:constr type="w" for="ch" forName="ChildAccent3" refType="w" fact="0.1432"/>
              <dgm:constr type="h" for="ch" forName="ChildAccent3" refType="h" fact="0.6091"/>
              <dgm:constr type="l" for="ch" forName="Child3" refType="w" fact="0.3047"/>
              <dgm:constr type="t" for="ch" forName="Child3" refType="h" fact="0.2168"/>
              <dgm:constr type="w" for="ch" forName="Child3" refType="w" fact="0.125"/>
              <dgm:constr type="h" for="ch" forName="Child3" refType="h" fact="0.6091"/>
              <dgm:constr type="l" for="ch" forName="Parent3" refType="w" fact="0.2865"/>
              <dgm:constr type="t" for="ch" forName="Parent3" refType="h" fact="0.087"/>
              <dgm:constr type="w" for="ch" forName="Parent3" refType="w" fact="0.143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Child4" refType="w" fact="0.4479"/>
              <dgm:constr type="t" for="ch" forName="Child4" refType="h" fact="0.2168"/>
              <dgm:constr type="w" for="ch" forName="Child4" refType="w" fact="0.125"/>
              <dgm:constr type="h" for="ch" forName="Child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5726"/>
              <dgm:constr type="t" for="ch" forName="ChildAccent5" refType="h" fact="0.2168"/>
              <dgm:constr type="w" for="ch" forName="ChildAccent5" refType="w" fact="0.1432"/>
              <dgm:constr type="h" for="ch" forName="ChildAccent5" refType="h" fact="0.6962"/>
              <dgm:constr type="l" for="ch" forName="Child5" refType="w" fact="0.5908"/>
              <dgm:constr type="t" for="ch" forName="Child5" refType="h" fact="0.2168"/>
              <dgm:constr type="w" for="ch" forName="Child5" refType="w" fact="0.125"/>
              <dgm:constr type="h" for="ch" forName="Child5" refType="h" fact="0.6962"/>
              <dgm:constr type="l" for="ch" forName="Parent5" refType="w" fact="0.5726"/>
              <dgm:constr type="t" for="ch" forName="Parent5" refType="h" fact="0.0428"/>
              <dgm:constr type="w" for="ch" forName="Parent5" refType="w" fact="0.1432"/>
              <dgm:constr type="h" for="ch" forName="Parent5" refType="h" fact="0.174"/>
              <dgm:constr type="l" for="ch" forName="ChildAccent6" refType="w" fact="0.7147"/>
              <dgm:constr type="t" for="ch" forName="ChildAccent6" refType="h" fact="0.2168"/>
              <dgm:constr type="w" for="ch" forName="ChildAccent6" refType="w" fact="0.1432"/>
              <dgm:constr type="h" for="ch" forName="ChildAccent6" refType="h" fact="0.7397"/>
              <dgm:constr type="l" for="ch" forName="Child6" refType="w" fact="0.7329"/>
              <dgm:constr type="t" for="ch" forName="Child6" refType="h" fact="0.2168"/>
              <dgm:constr type="w" for="ch" forName="Child6" refType="w" fact="0.125"/>
              <dgm:constr type="h" for="ch" forName="Child6" refType="h" fact="0.7397"/>
              <dgm:constr type="l" for="ch" forName="Parent6" refType="w" fact="0.716"/>
              <dgm:constr type="t" for="ch" forName="Parent6" refType="h" fact="0.0217"/>
              <dgm:constr type="w" for="ch" forName="Parent6" refType="w" fact="0.1424"/>
              <dgm:constr type="h" for="ch" forName="Parent6" refType="h" fact="0.1958"/>
              <dgm:constr type="l" for="ch" forName="ChildAccent7" refType="w" fact="0.8568"/>
              <dgm:constr type="t" for="ch" forName="ChildAccent7" refType="h" fact="0.2168"/>
              <dgm:constr type="w" for="ch" forName="ChildAccent7" refType="w" fact="0.1432"/>
              <dgm:constr type="h" for="ch" forName="ChildAccent7" refType="h" fact="0.7832"/>
              <dgm:constr type="l" for="ch" forName="Child7" refType="w" fact="0.875"/>
              <dgm:constr type="t" for="ch" forName="Child7" refType="h" fact="0.2168"/>
              <dgm:constr type="w" for="ch" forName="Child7" refType="w" fact="0.125"/>
              <dgm:constr type="h" for="ch" forName="Child7" refType="h" fact="0.7832"/>
              <dgm:constr type="l" for="ch" forName="Parent7" refType="w" fact="0.8577"/>
              <dgm:constr type="t" for="ch" forName="Parent7" refType="h" fact="0"/>
              <dgm:constr type="w" for="ch" forName="Parent7" refType="w" fact="0.1423"/>
              <dgm:constr type="h" for="ch" forName="Parent7" refType="h" fact="0.2175"/>
            </dgm:constrLst>
          </dgm:else>
        </dgm:choose>
      </dgm:if>
      <dgm:else name="Name11">
        <dgm:choose name="Name12">
          <dgm:if name="Name13" axis="ch" ptType="node" func="cnt" op="equ" val="1">
            <dgm:alg type="composite">
              <dgm:param type="ar" val="0.45"/>
            </dgm:alg>
            <dgm:constrLst>
              <dgm:constr type="primFontSz" for="des" forName="Child1" val="65"/>
              <dgm:constr type="primFontSz" for="des" forName="Parent1" val="65"/>
              <dgm:constr type="primFontSz" for="des" forName="Child1" refType="primFontSz" refFor="des" refForName="Parent1" op="lte"/>
              <dgm:constr type="l" for="ch" forName="ChildAccent1" refType="w" fact="0"/>
              <dgm:constr type="t" for="ch" forName="ChildAccent1" refType="h" fact="0.1429"/>
              <dgm:constr type="w" for="ch" forName="ChildAccent1" refType="w"/>
              <dgm:constr type="h" for="ch" forName="ChildAccent1" refType="h" fact="0.8571"/>
              <dgm:constr type="l" for="ch" forName="Child1" refType="w" fact="0"/>
              <dgm:constr type="t" for="ch" forName="Child1" refType="h" fact="0.1429"/>
              <dgm:constr type="w" for="ch" forName="Child1" refType="w" fact="0.873"/>
              <dgm:constr type="h" for="ch" forName="Child1" refType="h" fact="0.8571"/>
              <dgm:constr type="l" for="ch" forName="Parent1" refType="w" fact="0"/>
              <dgm:constr type="t" for="ch" forName="Parent1" refType="h" fact="0"/>
              <dgm:constr type="w" for="ch" forName="Parent1" refType="w"/>
              <dgm:constr type="h" for="ch" forName="Parent1" refType="h" fact="0.1429"/>
            </dgm:constrLst>
          </dgm:if>
          <dgm:if name="Name14" axis="ch" ptType="node" func="cnt" op="equ" val="2">
            <dgm:alg type="composite">
              <dgm:param type="ar" val="0.8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Child2" refType="w" fact="0"/>
              <dgm:constr type="t" for="ch" forName="Child2" refType="h" fact="0.1613"/>
              <dgm:constr type="w" for="ch" forName="Child2" refType="w" fact="0.4365"/>
              <dgm:constr type="h" for="ch" forName="Child2" refType="h" fact="0.8387"/>
              <dgm:constr type="l" for="ch" forName="Child1" refType="w" fact="0.5"/>
              <dgm:constr type="t" for="ch" forName="Child1" refType="h" fact="0.1613"/>
              <dgm:constr type="w" for="ch" forName="Child1" refType="w" fact="0.4365"/>
              <dgm:constr type="h" for="ch" forName="Child1" refType="h" fact="0.7742"/>
              <dgm:constr type="l" for="ch" forName="ChildAccent1" refType="w" fact="0.5"/>
              <dgm:constr type="t" for="ch" forName="ChildAccent1" refType="h" fact="0.1613"/>
              <dgm:constr type="w" for="ch" forName="ChildAccent1" refType="w" fact="0.5"/>
              <dgm:constr type="h" for="ch" forName="ChildAccent1" refType="h" fact="0.7742"/>
              <dgm:constr type="l" for="ch" forName="Parent1" refType="w" fact="0.5"/>
              <dgm:constr type="t" for="ch" forName="Parent1" refType="h" fact="0.0323"/>
              <dgm:constr type="w" for="ch" forName="Parent1" refType="w" fact="0.5"/>
              <dgm:constr type="h" for="ch" forName="Parent1" refType="h" fact="0.129"/>
              <dgm:constr type="l" for="ch" forName="ChildAccent2" refType="w" fact="0"/>
              <dgm:constr type="t" for="ch" forName="ChildAccent2" refType="h" fact="0.1613"/>
              <dgm:constr type="w" for="ch" forName="ChildAccent2" refType="w" fact="0.5"/>
              <dgm:constr type="h" for="ch" forName="ChildAccent2" refType="h" fact="0.8387"/>
              <dgm:constr type="l" for="ch" forName="Parent2" refType="w" fact="0"/>
              <dgm:constr type="t" for="ch" forName="Parent2" refType="h" fact="0"/>
              <dgm:constr type="w" for="ch" forName="Parent2" refType="w" fact="0.5"/>
              <dgm:constr type="h" for="ch" forName="Parent2" refType="h" fact="0.1613"/>
            </dgm:constrLst>
          </dgm:if>
          <dgm:if name="Name15" axis="ch" ptType="node" func="cnt" op="equ" val="3">
            <dgm:alg type="composite">
              <dgm:param type="ar" val="1.112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Child3" refType="w" fact="0"/>
              <dgm:constr type="t" for="ch" forName="Child3" refType="h" fact="0.1757"/>
              <dgm:constr type="w" for="ch" forName="Child3" refType="w" fact="0.291"/>
              <dgm:constr type="h" for="ch" forName="Child3" refType="h" fact="0.8243"/>
              <dgm:constr type="l" for="ch" forName="Child2" refType="w" fact="0.3333"/>
              <dgm:constr type="t" for="ch" forName="Child2" refType="h" fact="0.1757"/>
              <dgm:constr type="w" for="ch" forName="Child2" refType="w" fact="0.291"/>
              <dgm:constr type="h" for="ch" forName="Child2" refType="h" fact="0.7655"/>
              <dgm:constr type="l" for="ch" forName="Child1" refType="w" fact="0.6667"/>
              <dgm:constr type="t" for="ch" forName="Child1" refType="h" fact="0.1757"/>
              <dgm:constr type="w" for="ch" forName="Child1" refType="w" fact="0.291"/>
              <dgm:constr type="h" for="ch" forName="Child1" refType="h" fact="0.7066"/>
              <dgm:constr type="l" for="ch" forName="ChildAccent1" refType="w" fact="0.6667"/>
              <dgm:constr type="t" for="ch" forName="ChildAccent1" refType="h" fact="0.1757"/>
              <dgm:constr type="w" for="ch" forName="ChildAccent1" refType="w" fact="0.3333"/>
              <dgm:constr type="h" for="ch" forName="ChildAccent1" refType="h" fact="0.7066"/>
              <dgm:constr type="l" for="ch" forName="Parent1" refType="w" fact="0.6667"/>
              <dgm:constr type="t" for="ch" forName="Parent1" refType="h" fact="0.0579"/>
              <dgm:constr type="w" for="ch" forName="Parent1" refType="w" fact="0.3333"/>
              <dgm:constr type="h" for="ch" forName="Parent1" refType="h" fact="0.1178"/>
              <dgm:constr type="l" for="ch" forName="ChildAccent2" refType="w" fact="0.3333"/>
              <dgm:constr type="t" for="ch" forName="ChildAccent2" refType="h" fact="0.1757"/>
              <dgm:constr type="w" for="ch" forName="ChildAccent2" refType="w" fact="0.3333"/>
              <dgm:constr type="h" for="ch" forName="ChildAccent2" refType="h" fact="0.7655"/>
              <dgm:constr type="l" for="ch" forName="Parent2" refType="w" fact="0.3333"/>
              <dgm:constr type="t" for="ch" forName="Parent2" refType="h" fact="0.0285"/>
              <dgm:constr type="w" for="ch" forName="Parent2" refType="w" fact="0.3333"/>
              <dgm:constr type="h" for="ch" forName="Parent2" refType="h" fact="0.1472"/>
              <dgm:constr type="l" for="ch" forName="ChildAccent3" refType="w" fact="0"/>
              <dgm:constr type="t" for="ch" forName="ChildAccent3" refType="h" fact="0.1757"/>
              <dgm:constr type="w" for="ch" forName="ChildAccent3" refType="w" fact="0.3333"/>
              <dgm:constr type="h" for="ch" forName="ChildAccent3" refType="h" fact="0.8243"/>
              <dgm:constr type="l" for="ch" forName="Parent3" refType="w" fact="0"/>
              <dgm:constr type="t" for="ch" forName="Parent3" refType="h" fact="0"/>
              <dgm:constr type="w" for="ch" forName="Parent3" refType="w" fact="0.3333"/>
              <dgm:constr type="h" for="ch" forName="Parent3" refType="h" fact="0.176"/>
            </dgm:constrLst>
          </dgm:if>
          <dgm:if name="Name16" axis="ch" ptType="node" func="cnt" op="equ" val="4">
            <dgm:alg type="composite">
              <dgm:param type="ar" val="1.362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Child4" refType="w" fact="0"/>
              <dgm:constr type="t" for="ch" forName="Child4" refType="h" fact="0.1892"/>
              <dgm:constr type="w" for="ch" forName="Child4" refType="w" fact="0.2183"/>
              <dgm:constr type="h" for="ch" forName="Child4" refType="h" fact="0.8108"/>
              <dgm:constr type="l" for="ch" forName="Child3" refType="w" fact="0.25"/>
              <dgm:constr type="t" for="ch" forName="Child3" refType="h" fact="0.1892"/>
              <dgm:constr type="w" for="ch" forName="Child3" refType="w" fact="0.2183"/>
              <dgm:constr type="h" for="ch" forName="Child3" refType="h" fact="0.7568"/>
              <dgm:constr type="l" for="ch" forName="Child2" refType="w" fact="0.5"/>
              <dgm:constr type="t" for="ch" forName="Child2" refType="h" fact="0.1892"/>
              <dgm:constr type="w" for="ch" forName="Child2" refType="w" fact="0.2183"/>
              <dgm:constr type="h" for="ch" forName="Child2" refType="h" fact="0.7027"/>
              <dgm:constr type="l" for="ch" forName="Child1" refType="w" fact="0.75"/>
              <dgm:constr type="t" for="ch" forName="Child1" refType="h" fact="0.1892"/>
              <dgm:constr type="w" for="ch" forName="Child1" refType="w" fact="0.2183"/>
              <dgm:constr type="h" for="ch" forName="Child1" refType="h" fact="0.6486"/>
              <dgm:constr type="l" for="ch" forName="ChildAccent1" refType="w" fact="0.75"/>
              <dgm:constr type="t" for="ch" forName="ChildAccent1" refType="h" fact="0.1892"/>
              <dgm:constr type="w" for="ch" forName="ChildAccent1" refType="w" fact="0.25"/>
              <dgm:constr type="h" for="ch" forName="ChildAccent1" refType="h" fact="0.6486"/>
              <dgm:constr type="l" for="ch" forName="Parent1" refType="w" fact="0.75"/>
              <dgm:constr type="t" for="ch" forName="Parent1" refType="h" fact="0.0811"/>
              <dgm:constr type="w" for="ch" forName="Parent1" refType="w" fact="0.25"/>
              <dgm:constr type="h" for="ch" forName="Parent1" refType="h" fact="0.1081"/>
              <dgm:constr type="l" for="ch" forName="ChildAccent2" refType="w" fact="0.5"/>
              <dgm:constr type="t" for="ch" forName="ChildAccent2" refType="h" fact="0.1892"/>
              <dgm:constr type="w" for="ch" forName="ChildAccent2" refType="w" fact="0.25"/>
              <dgm:constr type="h" for="ch" forName="ChildAccent2" refType="h" fact="0.7027"/>
              <dgm:constr type="l" for="ch" forName="Parent2" refType="w" fact="0.5"/>
              <dgm:constr type="t" for="ch" forName="Parent2" refType="h" fact="0.0541"/>
              <dgm:constr type="w" for="ch" forName="Parent2" refType="w" fact="0.25"/>
              <dgm:constr type="h" for="ch" forName="Parent2" refType="h" fact="0.1351"/>
              <dgm:constr type="l" for="ch" forName="ChildAccent3" refType="w" fact="0.25"/>
              <dgm:constr type="t" for="ch" forName="ChildAccent3" refType="h" fact="0.1892"/>
              <dgm:constr type="w" for="ch" forName="ChildAccent3" refType="w" fact="0.25"/>
              <dgm:constr type="h" for="ch" forName="ChildAccent3" refType="h" fact="0.7568"/>
              <dgm:constr type="l" for="ch" forName="Parent3" refType="w" fact="0.25"/>
              <dgm:constr type="t" for="ch" forName="Parent3" refType="h" fact="0.0279"/>
              <dgm:constr type="w" for="ch" forName="Parent3" refType="w" fact="0.25"/>
              <dgm:constr type="h" for="ch" forName="Parent3" refType="h" fact="0.161"/>
              <dgm:constr type="l" for="ch" forName="ChildAccent4" refType="w" fact="0"/>
              <dgm:constr type="t" for="ch" forName="ChildAccent4" refType="h" fact="0.1892"/>
              <dgm:constr type="w" for="ch" forName="ChildAccent4" refType="w" fact="0.25"/>
              <dgm:constr type="h" for="ch" forName="ChildAccent4" refType="h" fact="0.8108"/>
              <dgm:constr type="l" for="ch" forName="Parent4" refType="w" fact="0"/>
              <dgm:constr type="t" for="ch" forName="Parent4" refType="h" fact="0"/>
              <dgm:constr type="w" for="ch" forName="Parent4" refType="w" fact="0.25"/>
              <dgm:constr type="h" for="ch" forName="Parent4" refType="h" fact="0.1892"/>
            </dgm:constrLst>
          </dgm:if>
          <dgm:if name="Name17" axis="ch" ptType="node" func="cnt" op="equ" val="5">
            <dgm:alg type="composite">
              <dgm:param type="ar" val="1.5742"/>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Child5" refType="w" fact="0"/>
              <dgm:constr type="t" for="ch" forName="Child5" refType="h" fact="0.2"/>
              <dgm:constr type="w" for="ch" forName="Child5" refType="w" fact="0.1747"/>
              <dgm:constr type="h" for="ch" forName="Child5" refType="h" fact="0.8"/>
              <dgm:constr type="l" for="ch" forName="Child4" refType="w" fact="0.2001"/>
              <dgm:constr type="t" for="ch" forName="Child4" refType="h" fact="0.2"/>
              <dgm:constr type="w" for="ch" forName="Child4" refType="w" fact="0.1747"/>
              <dgm:constr type="h" for="ch" forName="Child4" refType="h" fact="0.75"/>
              <dgm:constr type="l" for="ch" forName="Child3" refType="w" fact="0.4002"/>
              <dgm:constr type="t" for="ch" forName="Child3" refType="h" fact="0.2"/>
              <dgm:constr type="w" for="ch" forName="Child3" refType="w" fact="0.1747"/>
              <dgm:constr type="h" for="ch" forName="Child3" refType="h" fact="0.7"/>
              <dgm:constr type="l" for="ch" forName="Child2" refType="w" fact="0.6003"/>
              <dgm:constr type="t" for="ch" forName="Child2" refType="h" fact="0.2"/>
              <dgm:constr type="w" for="ch" forName="Child2" refType="w" fact="0.1747"/>
              <dgm:constr type="h" for="ch" forName="Child2" refType="h" fact="0.65"/>
              <dgm:constr type="l" for="ch" forName="Child1" refType="w" fact="0.7999"/>
              <dgm:constr type="t" for="ch" forName="Child1" refType="h" fact="0.2"/>
              <dgm:constr type="w" for="ch" forName="Child1" refType="w" fact="0.1747"/>
              <dgm:constr type="h" for="ch" forName="Child1" refType="h" fact="0.6"/>
              <dgm:constr type="l" for="ch" forName="ChildAccent1" refType="w" fact="0.7999"/>
              <dgm:constr type="t" for="ch" forName="ChildAccent1" refType="h" fact="0.2"/>
              <dgm:constr type="w" for="ch" forName="ChildAccent1" refType="w" fact="0.2001"/>
              <dgm:constr type="h" for="ch" forName="ChildAccent1" refType="h" fact="0.6"/>
              <dgm:constr type="l" for="ch" forName="Parent1" refType="w" fact="0.7999"/>
              <dgm:constr type="t" for="ch" forName="Parent1" refType="h" fact="0.1"/>
              <dgm:constr type="w" for="ch" forName="Parent1" refType="w" fact="0.2001"/>
              <dgm:constr type="h" for="ch" forName="Parent1" refType="h" fact="0.1"/>
              <dgm:constr type="l" for="ch" forName="ChildAccent2" refType="w" fact="0.6003"/>
              <dgm:constr type="t" for="ch" forName="ChildAccent2" refType="h" fact="0.2"/>
              <dgm:constr type="w" for="ch" forName="ChildAccent2" refType="w" fact="0.2001"/>
              <dgm:constr type="h" for="ch" forName="ChildAccent2" refType="h" fact="0.65"/>
              <dgm:constr type="l" for="ch" forName="Parent2" refType="w" fact="0.6003"/>
              <dgm:constr type="t" for="ch" forName="Parent2" refType="h" fact="0.075"/>
              <dgm:constr type="w" for="ch" forName="Parent2" refType="w" fact="0.2001"/>
              <dgm:constr type="h" for="ch" forName="Parent2" refType="h" fact="0.125"/>
              <dgm:constr type="l" for="ch" forName="ChildAccent3" refType="w" fact="0.4002"/>
              <dgm:constr type="t" for="ch" forName="ChildAccent3" refType="h" fact="0.2"/>
              <dgm:constr type="w" for="ch" forName="ChildAccent3" refType="w" fact="0.2001"/>
              <dgm:constr type="h" for="ch" forName="ChildAccent3" refType="h" fact="0.7"/>
              <dgm:constr type="l" for="ch" forName="Parent3" refType="w" fact="0.4002"/>
              <dgm:constr type="t" for="ch" forName="Parent3" refType="h" fact="0.0508"/>
              <dgm:constr type="w" for="ch" forName="Parent3" refType="w" fact="0.2001"/>
              <dgm:constr type="h" for="ch" forName="Parent3" refType="h" fact="0.15"/>
              <dgm:constr type="l" for="ch" forName="ChildAccent4" refType="w" fact="0.2001"/>
              <dgm:constr type="t" for="ch" forName="ChildAccent4" refType="h" fact="0.2"/>
              <dgm:constr type="w" for="ch" forName="ChildAccent4" refType="w" fact="0.2001"/>
              <dgm:constr type="h" for="ch" forName="ChildAccent4" refType="h" fact="0.75"/>
              <dgm:constr type="l" for="ch" forName="Parent4" refType="w" fact="0.2001"/>
              <dgm:constr type="t" for="ch" forName="Parent4" refType="h" fact="0.025"/>
              <dgm:constr type="w" for="ch" forName="Parent4" refType="w" fact="0.2001"/>
              <dgm:constr type="h" for="ch" forName="Parent4" refType="h" fact="0.175"/>
              <dgm:constr type="l" for="ch" forName="ChildAccent5" refType="w" fact="0"/>
              <dgm:constr type="t" for="ch" forName="ChildAccent5" refType="h" fact="0.2"/>
              <dgm:constr type="w" for="ch" forName="ChildAccent5" refType="w" fact="0.2001"/>
              <dgm:constr type="h" for="ch" forName="ChildAccent5" refType="h" fact="0.8"/>
              <dgm:constr type="l" for="ch" forName="Parent5" refType="w" fact="0"/>
              <dgm:constr type="t" for="ch" forName="Parent5" refType="h" fact="0"/>
              <dgm:constr type="w" for="ch" forName="Parent5" refType="w" fact="0.2001"/>
              <dgm:constr type="h" for="ch" forName="Parent5" refType="h" fact="0.2"/>
            </dgm:constrLst>
          </dgm:if>
          <dgm:if name="Name18" axis="ch" ptType="node" func="cnt" op="equ" val="6">
            <dgm:alg type="composite">
              <dgm:param type="ar" val="1.756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Child6" refType="w" fact="0"/>
              <dgm:constr type="t" for="ch" forName="Child6" refType="h" fact="0.2087"/>
              <dgm:constr type="w" for="ch" forName="Child6" refType="w" fact="0.1458"/>
              <dgm:constr type="h" for="ch" forName="Child6" refType="h" fact="0.7913"/>
              <dgm:constr type="l" for="ch" forName="Child5" refType="w" fact="0.167"/>
              <dgm:constr type="t" for="ch" forName="Child5" refType="h" fact="0.2087"/>
              <dgm:constr type="w" for="ch" forName="Child5" refType="w" fact="0.1458"/>
              <dgm:constr type="h" for="ch" forName="Child5" refType="h" fact="0.7448"/>
              <dgm:constr type="l" for="ch" forName="Child4" refType="w" fact="0.3339"/>
              <dgm:constr type="t" for="ch" forName="Child4" refType="h" fact="0.2087"/>
              <dgm:constr type="w" for="ch" forName="Child4" refType="w" fact="0.1458"/>
              <dgm:constr type="h" for="ch" forName="Child4" refType="h" fact="0.6982"/>
              <dgm:constr type="l" for="ch" forName="Child3" refType="w" fact="0.5009"/>
              <dgm:constr type="t" for="ch" forName="Child3" refType="h" fact="0.2087"/>
              <dgm:constr type="w" for="ch" forName="Child3" refType="w" fact="0.1458"/>
              <dgm:constr type="h" for="ch" forName="Child3" refType="h" fact="0.6517"/>
              <dgm:constr type="l" for="ch" forName="Child2" refType="w" fact="0.6674"/>
              <dgm:constr type="t" for="ch" forName="Child2" refType="h" fact="0.2087"/>
              <dgm:constr type="w" for="ch" forName="Child2" refType="w" fact="0.1458"/>
              <dgm:constr type="h" for="ch" forName="Child2" refType="h" fact="0.6051"/>
              <dgm:constr type="l" for="ch" forName="Child1" refType="w" fact="0.833"/>
              <dgm:constr type="t" for="ch" forName="Child1" refType="h" fact="0.2087"/>
              <dgm:constr type="w" for="ch" forName="Child1" refType="w" fact="0.1458"/>
              <dgm:constr type="h" for="ch" forName="Child1" refType="h" fact="0.5586"/>
              <dgm:constr type="l" for="ch" forName="ChildAccent1" refType="w" fact="0.833"/>
              <dgm:constr type="t" for="ch" forName="ChildAccent1" refType="h" fact="0.2087"/>
              <dgm:constr type="w" for="ch" forName="ChildAccent1" refType="w" fact="0.167"/>
              <dgm:constr type="h" for="ch" forName="ChildAccent1" refType="h" fact="0.5586"/>
              <dgm:constr type="l" for="ch" forName="Parent1" refType="w" fact="0.833"/>
              <dgm:constr type="t" for="ch" forName="Parent1" refType="h" fact="0.1156"/>
              <dgm:constr type="w" for="ch" forName="Parent1" refType="w" fact="0.167"/>
              <dgm:constr type="h" for="ch" forName="Parent1" refType="h" fact="0.0931"/>
              <dgm:constr type="l" for="ch" forName="ChildAccent2" refType="w" fact="0.6674"/>
              <dgm:constr type="t" for="ch" forName="ChildAccent2" refType="h" fact="0.2087"/>
              <dgm:constr type="w" for="ch" forName="ChildAccent2" refType="w" fact="0.167"/>
              <dgm:constr type="h" for="ch" forName="ChildAccent2" refType="h" fact="0.6051"/>
              <dgm:constr type="l" for="ch" forName="Parent2" refType="w" fact="0.6674"/>
              <dgm:constr type="t" for="ch" forName="Parent2" refType="h" fact="0.0923"/>
              <dgm:constr type="w" for="ch" forName="Parent2" refType="w" fact="0.165"/>
              <dgm:constr type="h" for="ch" forName="Parent2" refType="h" fact="0.1164"/>
              <dgm:constr type="l" for="ch" forName="ChildAccent3" refType="w" fact="0.5009"/>
              <dgm:constr type="t" for="ch" forName="ChildAccent3" refType="h" fact="0.2087"/>
              <dgm:constr type="w" for="ch" forName="ChildAccent3" refType="w" fact="0.167"/>
              <dgm:constr type="h" for="ch" forName="ChildAccent3" refType="h" fact="0.6517"/>
              <dgm:constr type="l" for="ch" forName="Parent3" refType="w" fact="0.5009"/>
              <dgm:constr type="t" for="ch" forName="Parent3" refType="h" fact="0.0698"/>
              <dgm:constr type="w" for="ch" forName="Parent3" refType="w" fact="0.166"/>
              <dgm:constr type="h" for="ch" forName="Parent3" refType="h" fact="0.1396"/>
              <dgm:constr type="l" for="ch" forName="ChildAccent4" refType="w" fact="0.3339"/>
              <dgm:constr type="t" for="ch" forName="ChildAccent4" refType="h" fact="0.2087"/>
              <dgm:constr type="w" for="ch" forName="ChildAccent4" refType="w" fact="0.167"/>
              <dgm:constr type="h" for="ch" forName="ChildAccent4" refType="h" fact="0.6982"/>
              <dgm:constr type="l" for="ch" forName="Parent4" refType="w" fact="0.3339"/>
              <dgm:constr type="t" for="ch" forName="Parent4" refType="h" fact="0.0458"/>
              <dgm:constr type="w" for="ch" forName="Parent4" refType="w" fact="0.167"/>
              <dgm:constr type="h" for="ch" forName="Parent4" refType="h" fact="0.1629"/>
              <dgm:constr type="l" for="ch" forName="ChildAccent5" refType="w" fact="0.167"/>
              <dgm:constr type="t" for="ch" forName="ChildAccent5" refType="h" fact="0.2087"/>
              <dgm:constr type="w" for="ch" forName="ChildAccent5" refType="w" fact="0.167"/>
              <dgm:constr type="h" for="ch" forName="ChildAccent5" refType="h" fact="0.7448"/>
              <dgm:constr type="l" for="ch" forName="Parent5" refType="w" fact="0.167"/>
              <dgm:constr type="t" for="ch" forName="Parent5" refType="h" fact="0.0225"/>
              <dgm:constr type="w" for="ch" forName="Parent5" refType="w" fact="0.167"/>
              <dgm:constr type="h" for="ch" forName="Parent5" refType="h" fact="0.1862"/>
              <dgm:constr type="l" for="ch" forName="ChildAccent6" refType="w" fact="0"/>
              <dgm:constr type="t" for="ch" forName="ChildAccent6" refType="h" fact="0.2087"/>
              <dgm:constr type="w" for="ch" forName="ChildAccent6" refType="w" fact="0.167"/>
              <dgm:constr type="h" for="ch" forName="ChildAccent6" refType="h" fact="0.7913"/>
              <dgm:constr type="l" for="ch" forName="Parent6" refType="w" fact="0"/>
              <dgm:constr type="t" for="ch" forName="Parent6" refType="h" fact="0"/>
              <dgm:constr type="w" for="ch" forName="Parent6" refType="w" fact="0.167"/>
              <dgm:constr type="h" for="ch" forName="Parent6" refType="h" fact="0.2095"/>
            </dgm:constrLst>
          </dgm:if>
          <dgm:else name="Name19">
            <dgm:alg type="composite">
              <dgm:param type="ar" val="1.91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Child7" refType="w" fact="0"/>
              <dgm:constr type="t" for="ch" forName="Child7" refType="h" fact="0.2168"/>
              <dgm:constr type="w" for="ch" forName="Child7" refType="w" fact="0.125"/>
              <dgm:constr type="h" for="ch" forName="Child7" refType="h" fact="0.7832"/>
              <dgm:constr type="l" for="ch" forName="Child6" refType="w" fact="0.1432"/>
              <dgm:constr type="t" for="ch" forName="Child6" refType="h" fact="0.2168"/>
              <dgm:constr type="w" for="ch" forName="Child6" refType="w" fact="0.125"/>
              <dgm:constr type="h" for="ch" forName="Child6" refType="h" fact="0.7397"/>
              <dgm:constr type="l" for="ch" forName="Child5" refType="w" fact="0.2865"/>
              <dgm:constr type="t" for="ch" forName="Child5" refType="h" fact="0.2168"/>
              <dgm:constr type="w" for="ch" forName="Child5" refType="w" fact="0.125"/>
              <dgm:constr type="h" for="ch" forName="Child5" refType="h" fact="0.6962"/>
              <dgm:constr type="l" for="ch" forName="Child4" refType="w" fact="0.4297"/>
              <dgm:constr type="t" for="ch" forName="Child4" refType="h" fact="0.2168"/>
              <dgm:constr type="w" for="ch" forName="Child4" refType="w" fact="0.125"/>
              <dgm:constr type="h" for="ch" forName="Child4" refType="h" fact="0.6526"/>
              <dgm:constr type="l" for="ch" forName="Child3" refType="w" fact="0.5726"/>
              <dgm:constr type="t" for="ch" forName="Child3" refType="h" fact="0.2168"/>
              <dgm:constr type="w" for="ch" forName="Child3" refType="w" fact="0.125"/>
              <dgm:constr type="h" for="ch" forName="Child3" refType="h" fact="0.6091"/>
              <dgm:constr type="l" for="ch" forName="Child2" refType="w" fact="0.7147"/>
              <dgm:constr type="t" for="ch" forName="Child2" refType="h" fact="0.2168"/>
              <dgm:constr type="w" for="ch" forName="Child2" refType="w" fact="0.125"/>
              <dgm:constr type="h" for="ch" forName="Child2" refType="h" fact="0.5656"/>
              <dgm:constr type="l" for="ch" forName="Child1" refType="w" fact="0.8568"/>
              <dgm:constr type="t" for="ch" forName="Child1" refType="h" fact="0.2168"/>
              <dgm:constr type="w" for="ch" forName="Child1" refType="w" fact="0.125"/>
              <dgm:constr type="h" for="ch" forName="Child1" refType="h" fact="0.5221"/>
              <dgm:constr type="l" for="ch" forName="ChildAccent1" refType="w" fact="0.8568"/>
              <dgm:constr type="t" for="ch" forName="ChildAccent1" refType="h" fact="0.2168"/>
              <dgm:constr type="w" for="ch" forName="ChildAccent1" refType="w" fact="0.1432"/>
              <dgm:constr type="h" for="ch" forName="ChildAccent1" refType="h" fact="0.5221"/>
              <dgm:constr type="l" for="ch" forName="Parent1" refType="w" fact="0.8568"/>
              <dgm:constr type="t" for="ch" forName="Parent1" refType="h" fact="0.1298"/>
              <dgm:constr type="w" for="ch" forName="Parent1" refType="w" fact="0.1432"/>
              <dgm:constr type="h" for="ch" forName="Parent1" refType="h" fact="0.087"/>
              <dgm:constr type="l" for="ch" forName="ChildAccent2" refType="w" fact="0.7147"/>
              <dgm:constr type="t" for="ch" forName="ChildAccent2" refType="h" fact="0.2168"/>
              <dgm:constr type="w" for="ch" forName="ChildAccent2" refType="w" fact="0.1432"/>
              <dgm:constr type="h" for="ch" forName="ChildAccent2" refType="h" fact="0.5656"/>
              <dgm:constr type="l" for="ch" forName="Parent2" refType="w" fact="0.7147"/>
              <dgm:constr type="t" for="ch" forName="Parent2" refType="h" fact="0.108"/>
              <dgm:constr type="w" for="ch" forName="Parent2" refType="w" fact="0.1425"/>
              <dgm:constr type="h" for="ch" forName="Parent2" refType="h" fact="0.1088"/>
              <dgm:constr type="l" for="ch" forName="ChildAccent3" refType="w" fact="0.5726"/>
              <dgm:constr type="t" for="ch" forName="ChildAccent3" refType="h" fact="0.2168"/>
              <dgm:constr type="w" for="ch" forName="ChildAccent3" refType="w" fact="0.1432"/>
              <dgm:constr type="h" for="ch" forName="ChildAccent3" refType="h" fact="0.6091"/>
              <dgm:constr type="l" for="ch" forName="Parent3" refType="w" fact="0.5726"/>
              <dgm:constr type="t" for="ch" forName="Parent3" refType="h" fact="0.087"/>
              <dgm:constr type="w" for="ch" forName="Parent3" refType="w" fact="0.142"/>
              <dgm:constr type="h" for="ch" forName="Parent3" refType="h" fact="0.1305"/>
              <dgm:constr type="l" for="ch" forName="ChildAccent4" refType="w" fact="0.4297"/>
              <dgm:constr type="t" for="ch" forName="ChildAccent4" refType="h" fact="0.2168"/>
              <dgm:constr type="w" for="ch" forName="ChildAccent4" refType="w" fact="0.1432"/>
              <dgm:constr type="h" for="ch" forName="ChildAccent4" refType="h" fact="0.6526"/>
              <dgm:constr type="l" for="ch" forName="Parent4" refType="w" fact="0.4297"/>
              <dgm:constr type="t" for="ch" forName="Parent4" refType="h" fact="0.0645"/>
              <dgm:constr type="w" for="ch" forName="Parent4" refType="w" fact="0.1432"/>
              <dgm:constr type="h" for="ch" forName="Parent4" refType="h" fact="0.1523"/>
              <dgm:constr type="l" for="ch" forName="ChildAccent5" refType="w" fact="0.2865"/>
              <dgm:constr type="t" for="ch" forName="ChildAccent5" refType="h" fact="0.2168"/>
              <dgm:constr type="w" for="ch" forName="ChildAccent5" refType="w" fact="0.1432"/>
              <dgm:constr type="h" for="ch" forName="ChildAccent5" refType="h" fact="0.6962"/>
              <dgm:constr type="l" for="ch" forName="Parent5" refType="w" fact="0.2865"/>
              <dgm:constr type="t" for="ch" forName="Parent5" refType="h" fact="0.0428"/>
              <dgm:constr type="w" for="ch" forName="Parent5" refType="w" fact="0.1432"/>
              <dgm:constr type="h" for="ch" forName="Parent5" refType="h" fact="0.174"/>
              <dgm:constr type="l" for="ch" forName="ChildAccent6" refType="w" fact="0.1432"/>
              <dgm:constr type="t" for="ch" forName="ChildAccent6" refType="h" fact="0.2168"/>
              <dgm:constr type="w" for="ch" forName="ChildAccent6" refType="w" fact="0.1432"/>
              <dgm:constr type="h" for="ch" forName="ChildAccent6" refType="h" fact="0.7397"/>
              <dgm:constr type="l" for="ch" forName="Parent6" refType="w" fact="0.1432"/>
              <dgm:constr type="t" for="ch" forName="Parent6" refType="h" fact="0.0217"/>
              <dgm:constr type="w" for="ch" forName="Parent6" refType="w" fact="0.1432"/>
              <dgm:constr type="h" for="ch" forName="Parent6" refType="h" fact="0.1958"/>
              <dgm:constr type="l" for="ch" forName="ChildAccent7" refType="w" fact="0"/>
              <dgm:constr type="t" for="ch" forName="ChildAccent7" refType="h" fact="0.2168"/>
              <dgm:constr type="w" for="ch" forName="ChildAccent7" refType="w" fact="0.1432"/>
              <dgm:constr type="h" for="ch" forName="ChildAccent7" refType="h" fact="0.7832"/>
              <dgm:constr type="l" for="ch" forName="Parent7" refType="w" fact="0"/>
              <dgm:constr type="t" for="ch" forName="Parent7" refType="h" fact="0"/>
              <dgm:constr type="w" for="ch" forName="Parent7" refType="w" fact="0.1432"/>
              <dgm:constr type="h" for="ch" forName="Parent7" refType="h" fact="0.2175"/>
            </dgm:constrLst>
          </dgm:else>
        </dgm:choose>
      </dgm:else>
    </dgm:choose>
    <dgm:forEach name="wrapper" axis="self" ptType="parTrans">
      <dgm:forEach name="accentRepeat" axis="self">
        <dgm:layoutNode name="ChildAccent" styleLbl="alignImgPlace1">
          <dgm:alg type="sp"/>
          <dgm:choose name="Name20">
            <dgm:if name="Name21" axis="followSib" ptType="node" func="cnt" op="equ" val="0">
              <dgm:shape xmlns:r="http://schemas.openxmlformats.org/officeDocument/2006/relationships" type="wedgeRectCallout" r:blip="">
                <dgm:adjLst>
                  <dgm:adj idx="1" val="0"/>
                  <dgm:adj idx="2" val="0"/>
                </dgm:adjLst>
              </dgm:shape>
            </dgm:if>
            <dgm:else name="Name22">
              <dgm:choose name="Name23">
                <dgm:if name="Name24" axis="precedSib" ptType="node" func="cnt" op="equ" val="6">
                  <dgm:shape xmlns:r="http://schemas.openxmlformats.org/officeDocument/2006/relationships" type="wedgeRectCallout" r:blip="">
                    <dgm:adjLst>
                      <dgm:adj idx="1" val="0"/>
                      <dgm:adj idx="2" val="0"/>
                    </dgm:adjLst>
                  </dgm:shape>
                </dgm:if>
                <dgm:else name="Name25">
                  <dgm:choose name="Name26">
                    <dgm:if name="Name27" func="var" arg="dir" op="equ" val="norm">
                      <dgm:shape xmlns:r="http://schemas.openxmlformats.org/officeDocument/2006/relationships" type="wedgeRectCallout" r:blip="">
                        <dgm:adjLst>
                          <dgm:adj idx="1" val="0.625"/>
                          <dgm:adj idx="2" val="0.2083"/>
                        </dgm:adjLst>
                      </dgm:shape>
                    </dgm:if>
                    <dgm:else name="Name28">
                      <dgm:shape xmlns:r="http://schemas.openxmlformats.org/officeDocument/2006/relationships" type="wedgeRectCallout" r:blip="">
                        <dgm:adjLst>
                          <dgm:adj idx="1" val="-0.625"/>
                          <dgm:adj idx="2" val="0.2083"/>
                        </dgm:adjLst>
                      </dgm:shape>
                    </dgm:else>
                  </dgm:choose>
                </dgm:else>
              </dgm:choose>
            </dgm:else>
          </dgm:choose>
          <dgm:presOf axis="des" ptType="node"/>
        </dgm:layoutNode>
      </dgm:forEach>
    </dgm:forEach>
    <dgm:forEach name="Name29" axis="ch" ptType="node" st="7" cnt="1">
      <dgm:layoutNode name="ChildAccent7">
        <dgm:alg type="sp"/>
        <dgm:shape xmlns:r="http://schemas.openxmlformats.org/officeDocument/2006/relationships" r:blip="">
          <dgm:adjLst/>
        </dgm:shape>
        <dgm:presOf/>
        <dgm:constrLst/>
        <dgm:forEach name="Name30" ref="accentRepeat"/>
      </dgm:layoutNode>
      <dgm:layoutNode name="Child7" styleLbl="revTx">
        <dgm:varLst>
          <dgm:chMax val="0"/>
          <dgm:chPref val="0"/>
          <dgm:bulletEnabled val="1"/>
        </dgm:varLst>
        <dgm:choose name="Name31">
          <dgm:if name="Name32" func="var" arg="dir" op="equ" val="norm">
            <dgm:alg type="tx">
              <dgm:param type="parTxLTRAlign" val="r"/>
              <dgm:param type="shpTxLTRAlignCh" val="r"/>
              <dgm:param type="txAnchorVert" val="t"/>
            </dgm:alg>
          </dgm:if>
          <dgm:else name="Name3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7"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4" axis="ch" ptType="node" st="6" cnt="1">
      <dgm:layoutNode name="ChildAccent6">
        <dgm:alg type="sp"/>
        <dgm:shape xmlns:r="http://schemas.openxmlformats.org/officeDocument/2006/relationships" r:blip="">
          <dgm:adjLst/>
        </dgm:shape>
        <dgm:presOf/>
        <dgm:constrLst/>
        <dgm:forEach name="Name35" ref="accentRepeat"/>
      </dgm:layoutNode>
      <dgm:layoutNode name="Child6" styleLbl="revTx">
        <dgm:varLst>
          <dgm:chMax val="0"/>
          <dgm:chPref val="0"/>
          <dgm:bulletEnabled val="1"/>
        </dgm:varLst>
        <dgm:choose name="Name36">
          <dgm:if name="Name37" func="var" arg="dir" op="equ" val="norm">
            <dgm:alg type="tx">
              <dgm:param type="parTxLTRAlign" val="r"/>
              <dgm:param type="shpTxLTRAlignCh" val="r"/>
              <dgm:param type="txAnchorVert" val="t"/>
            </dgm:alg>
          </dgm:if>
          <dgm:else name="Name3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6"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39" axis="ch" ptType="node" st="5" cnt="1">
      <dgm:layoutNode name="ChildAccent5">
        <dgm:alg type="sp"/>
        <dgm:shape xmlns:r="http://schemas.openxmlformats.org/officeDocument/2006/relationships" r:blip="">
          <dgm:adjLst/>
        </dgm:shape>
        <dgm:presOf/>
        <dgm:constrLst/>
        <dgm:forEach name="Name40" ref="accentRepeat"/>
      </dgm:layoutNode>
      <dgm:layoutNode name="Child5" styleLbl="revTx">
        <dgm:varLst>
          <dgm:chMax val="0"/>
          <dgm:chPref val="0"/>
          <dgm:bulletEnabled val="1"/>
        </dgm:varLst>
        <dgm:choose name="Name41">
          <dgm:if name="Name42" func="var" arg="dir" op="equ" val="norm">
            <dgm:alg type="tx">
              <dgm:param type="parTxLTRAlign" val="r"/>
              <dgm:param type="shpTxLTRAlignCh" val="r"/>
              <dgm:param type="txAnchorVert" val="t"/>
            </dgm:alg>
          </dgm:if>
          <dgm:else name="Name4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5"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4" axis="ch" ptType="node" st="4" cnt="1">
      <dgm:layoutNode name="ChildAccent4">
        <dgm:alg type="sp"/>
        <dgm:shape xmlns:r="http://schemas.openxmlformats.org/officeDocument/2006/relationships" r:blip="">
          <dgm:adjLst/>
        </dgm:shape>
        <dgm:presOf/>
        <dgm:constrLst/>
        <dgm:forEach name="Name45" ref="accentRepeat"/>
      </dgm:layoutNode>
      <dgm:layoutNode name="Child4" styleLbl="revTx">
        <dgm:varLst>
          <dgm:chMax val="0"/>
          <dgm:chPref val="0"/>
          <dgm:bulletEnabled val="1"/>
        </dgm:varLst>
        <dgm:choose name="Name46">
          <dgm:if name="Name47" func="var" arg="dir" op="equ" val="norm">
            <dgm:alg type="tx">
              <dgm:param type="parTxLTRAlign" val="r"/>
              <dgm:param type="shpTxLTRAlignCh" val="r"/>
              <dgm:param type="txAnchorVert" val="t"/>
            </dgm:alg>
          </dgm:if>
          <dgm:else name="Name48">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4"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49" axis="ch" ptType="node" st="3" cnt="1">
      <dgm:layoutNode name="ChildAccent3">
        <dgm:alg type="sp"/>
        <dgm:shape xmlns:r="http://schemas.openxmlformats.org/officeDocument/2006/relationships" r:blip="">
          <dgm:adjLst/>
        </dgm:shape>
        <dgm:presOf/>
        <dgm:constrLst/>
        <dgm:forEach name="Name50" ref="accentRepeat"/>
      </dgm:layoutNode>
      <dgm:layoutNode name="Child3" styleLbl="revTx">
        <dgm:varLst>
          <dgm:chMax val="0"/>
          <dgm:chPref val="0"/>
          <dgm:bulletEnabled val="1"/>
        </dgm:varLst>
        <dgm:choose name="Name51">
          <dgm:if name="Name52" func="var" arg="dir" op="equ" val="norm">
            <dgm:alg type="tx">
              <dgm:param type="parTxLTRAlign" val="r"/>
              <dgm:param type="shpTxLTRAlignCh" val="r"/>
              <dgm:param type="txAnchorVert" val="t"/>
            </dgm:alg>
          </dgm:if>
          <dgm:else name="Name5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3"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4" axis="ch" ptType="node" st="2" cnt="1">
      <dgm:layoutNode name="ChildAccent2">
        <dgm:alg type="sp"/>
        <dgm:shape xmlns:r="http://schemas.openxmlformats.org/officeDocument/2006/relationships" r:blip="">
          <dgm:adjLst/>
        </dgm:shape>
        <dgm:presOf/>
        <dgm:constrLst/>
        <dgm:forEach name="Name55" ref="accentRepeat"/>
      </dgm:layoutNode>
      <dgm:layoutNode name="Child2" styleLbl="revTx">
        <dgm:varLst>
          <dgm:chMax val="0"/>
          <dgm:chPref val="0"/>
          <dgm:bulletEnabled val="1"/>
        </dgm:varLst>
        <dgm:choose name="Name56">
          <dgm:if name="Name57" func="var" arg="dir" op="equ" val="norm">
            <dgm:alg type="tx">
              <dgm:param type="parTxLTRAlign" val="r"/>
              <dgm:param type="shpTxLTRAlignCh" val="r"/>
              <dgm:param type="txAnchorVert" val="t"/>
            </dgm:alg>
          </dgm:if>
          <dgm:else name="Name58">
            <dgm:alg type="tx">
              <dgm:param type="parTxLTRAlign" val="l"/>
              <dgm:param type="shpTxLTRAlignCh" val="l"/>
              <dgm:param type="txAnchorVert" val="t"/>
            </dgm:alg>
          </dgm:else>
        </dgm:choose>
        <dgm:shape xmlns:r="http://schemas.openxmlformats.org/officeDocument/2006/relationships" type="rect" r:blip="" hideGeom="1">
          <dgm:adjLst/>
        </dgm:shap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presOf axis="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des" ptType="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2"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forEach name="Name59" axis="ch" ptType="node" cnt="1">
      <dgm:layoutNode name="ChildAccent1">
        <dgm:alg type="sp"/>
        <dgm:shape xmlns:r="http://schemas.openxmlformats.org/officeDocument/2006/relationships" r:blip="">
          <dgm:adjLst/>
        </dgm:shape>
        <dgm:presOf/>
        <dgm:constrLst/>
        <dgm:forEach name="Name60" ref="accentRepeat"/>
      </dgm:layoutNode>
      <dgm:layoutNode name="Child1" styleLbl="revTx">
        <dgm:varLst>
          <dgm:chMax val="0"/>
          <dgm:chPref val="0"/>
          <dgm:bulletEnabled val="1"/>
        </dgm:varLst>
        <dgm:choose name="Name61">
          <dgm:if name="Name62" func="var" arg="dir" op="equ" val="norm">
            <dgm:alg type="tx">
              <dgm:param type="parTxLTRAlign" val="r"/>
              <dgm:param type="shpTxLTRAlignCh" val="r"/>
              <dgm:param type="txAnchorVert" val="t"/>
            </dgm:alg>
          </dgm:if>
          <dgm:else name="Name63">
            <dgm:alg type="tx">
              <dgm:param type="parTxLTRAlign" val="l"/>
              <dgm:param type="shpTxLTRAlignCh" val="l"/>
              <dgm:param type="txAnchorVert" val="t"/>
            </dgm:alg>
          </dgm:else>
        </dgm:choose>
        <dgm:shape xmlns:r="http://schemas.openxmlformats.org/officeDocument/2006/relationships" type="rect" r:blip="" hideGeom="1">
          <dgm:adjLst/>
        </dgm:shape>
        <dgm:presOf axis="des" ptType="node"/>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layoutNode name="Parent1" styleLbl="node1">
        <dgm:varLst>
          <dgm:chMax val="2"/>
          <dgm:chPref val="1"/>
          <dgm:bulletEnabled val="1"/>
        </dgm:varLst>
        <dgm:alg type="tx">
          <dgm:param type="shpTxLTRAlignCh" val="ctr"/>
          <dgm:param type="txAnchorVertCh" val="mid"/>
        </dgm:alg>
        <dgm:shape xmlns:r="http://schemas.openxmlformats.org/officeDocument/2006/relationships" type="rect" r:blip="">
          <dgm:adjLst/>
        </dgm:shape>
        <dgm:presOf axis="self"/>
        <dgm:constrLst>
          <dgm:constr type="lMarg" refType="primFontSz" fact="0.25"/>
          <dgm:constr type="rMarg" refType="primFontSz" fact="0.25"/>
          <dgm:constr type="tMarg" refType="primFontSz" fact="0.25"/>
          <dgm:constr type="bMarg" refType="primFontSz" fact="0.2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B91F7-0A31-4809-8E31-54F32ACD1E72}" type="datetimeFigureOut">
              <a:rPr lang="en-GB" smtClean="0"/>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5A70FC-228F-4487-8E14-68CAD584041B}" type="slidenum">
              <a:rPr lang="en-GB" smtClean="0"/>
            </a:fld>
            <a:endParaRPr lang="en-GB"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F66083A-C1B7-4B46-82C5-289BB6E6D5A4}"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4" name="Date Placeholder 3"/>
          <p:cNvSpPr>
            <a:spLocks noGrp="1"/>
          </p:cNvSpPr>
          <p:nvPr>
            <p:ph type="dt" sz="half" idx="10"/>
          </p:nvPr>
        </p:nvSpPr>
        <p:spPr>
          <a:xfrm>
            <a:off x="838200" y="6356350"/>
            <a:ext cx="1009650" cy="365125"/>
          </a:xfrm>
          <a:noFill/>
        </p:spPr>
        <p:txBody>
          <a:bodyPr/>
          <a:lstStyle>
            <a:lvl1pPr>
              <a:defRPr>
                <a:solidFill>
                  <a:schemeClr val="bg1"/>
                </a:solidFill>
              </a:defRPr>
            </a:lvl1pPr>
          </a:lstStyle>
          <a:p>
            <a:fld id="{864BFFB7-4443-4602-A990-B076C1CFE86C}"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noFill/>
        </p:spPr>
        <p:txBody>
          <a:bodyPr/>
          <a:lstStyle>
            <a:lvl1pPr>
              <a:defRPr>
                <a:solidFill>
                  <a:schemeClr val="bg1"/>
                </a:solidFill>
              </a:defRPr>
            </a:lvl1pPr>
          </a:lstStyle>
          <a:p>
            <a:fld id="{F32F6845-8F47-4AB8-B9CE-96D88E741707}" type="slidenum">
              <a:rPr lang="en-IN" smtClean="0"/>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B3E8F52-857A-4C89-954C-57943DB51290}"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2BBD7B4D-DDD6-4CA2-87A0-9BDD5E5268EC}"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C130D9E5-0635-43A8-8973-488E7408FAF7}" type="datetime1">
              <a:rPr lang="en-IN" smtClean="0"/>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1D0CEA8-D591-4CC9-939A-A3BE6FD93E89}" type="datetime1">
              <a:rPr lang="en-IN" smtClean="0"/>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BE2297-DC8B-48E6-B6D6-34773F9A5984}" type="datetime1">
              <a:rPr lang="en-IN" smtClean="0"/>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4C2A547-6E4B-4188-9BD5-035CB9C4BCC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02706E29-16A1-4AAE-B55B-4E3DB7265605}" type="datetime1">
              <a:rPr lang="en-IN" smtClean="0"/>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3FC26915-BE00-456E-A9CA-DB9FE1FD674A}"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FAA2D233-408A-4415-B919-B7ECAA5043E2}" type="datetime1">
              <a:rPr lang="en-IN" smtClean="0"/>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AC608B-7A9F-4336-97A2-89908E443DAD}" type="datetime1">
              <a:rPr lang="en-IN" smtClean="0"/>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2F6845-8F47-4AB8-B9CE-96D88E741707}" type="slidenum">
              <a:rPr lang="en-IN" smtClean="0"/>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13"/>
          <p:cNvSpPr txBox="1"/>
          <p:nvPr/>
        </p:nvSpPr>
        <p:spPr>
          <a:xfrm>
            <a:off x="6525369" y="2109718"/>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panose="020B0604020202020204"/>
              <a:buNone/>
            </a:pPr>
            <a:r>
              <a:rPr lang="en-GB" sz="20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endParaRPr lang="en-GB" sz="20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0"/>
              </a:spcBef>
              <a:spcAft>
                <a:spcPts val="0"/>
              </a:spcAft>
              <a:buClr>
                <a:srgbClr val="17365D"/>
              </a:buClr>
              <a:buSzPts val="20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	Mr. Sakthi S</a:t>
            </a:r>
            <a:endPar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Assistant Professor</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School of CSE</a:t>
            </a:r>
            <a:endParaRPr sz="2000" dirty="0">
              <a:latin typeface="Cambria" panose="02040503050406030204" pitchFamily="18" charset="0"/>
              <a:ea typeface="Cambria" panose="02040503050406030204" pitchFamily="18" charset="0"/>
            </a:endParaRPr>
          </a:p>
          <a:p>
            <a:pPr marL="0" marR="0" lvl="0" indent="0" algn="ctr" rtl="0">
              <a:spcBef>
                <a:spcPts val="340"/>
              </a:spcBef>
              <a:spcAft>
                <a:spcPts val="0"/>
              </a:spcAft>
              <a:buClr>
                <a:srgbClr val="17365D"/>
              </a:buClr>
              <a:buSzPts val="1700"/>
              <a:buFont typeface="Arial" panose="020B0604020202020204"/>
              <a:buNone/>
            </a:pPr>
            <a:r>
              <a:rPr lang="en-GB" sz="2000" b="1"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sz="2000"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156411" y="4130278"/>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 Internship</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a:t>
            </a:r>
            <a:r>
              <a:rPr lang="en-US" sz="2000" b="1" err="1">
                <a:solidFill>
                  <a:schemeClr val="accent1"/>
                </a:solidFill>
                <a:latin typeface="Cambria" panose="02040503050406030204"/>
                <a:ea typeface="Cambria" panose="02040503050406030204"/>
                <a:cs typeface="Verdana" panose="020B0604030504040204"/>
                <a:sym typeface="Verdana" panose="020B0604030504040204"/>
              </a:rPr>
              <a:t>HoD</a:t>
            </a:r>
            <a:r>
              <a:rPr lang="en-US" sz="2000" b="1" dirty="0">
                <a:solidFill>
                  <a:schemeClr val="accent1"/>
                </a:solidFill>
                <a:latin typeface="Cambria" panose="02040503050406030204"/>
                <a:ea typeface="Cambria" panose="02040503050406030204"/>
                <a:cs typeface="Verdana" panose="020B0604030504040204"/>
                <a:sym typeface="Verdana" panose="020B0604030504040204"/>
              </a:rPr>
              <a:t>: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Dr. Blessed Prince</a:t>
            </a:r>
            <a:endParaRPr lang="en-US" sz="2000" b="1">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Program Internship Coordinator: </a:t>
            </a:r>
            <a:r>
              <a:rPr lang="en-US" sz="2000" b="1" dirty="0">
                <a:solidFill>
                  <a:schemeClr val="bg2">
                    <a:lumMod val="10000"/>
                  </a:schemeClr>
                </a:solidFill>
                <a:latin typeface="Cambria" panose="02040503050406030204"/>
                <a:ea typeface="Cambria" panose="02040503050406030204"/>
                <a:cs typeface="Verdana" panose="020B0604030504040204"/>
                <a:sym typeface="Verdana" panose="020B0604030504040204"/>
              </a:rPr>
              <a:t>Ms. Vidya R</a:t>
            </a:r>
            <a:endParaRPr lang="en-US" sz="2000" b="1" i="0" u="none" strike="noStrike" cap="none" dirty="0">
              <a:solidFill>
                <a:schemeClr val="bg2">
                  <a:lumMod val="10000"/>
                </a:schemeClr>
              </a:solidFill>
              <a:latin typeface="Cambria" panose="02040503050406030204" pitchFamily="18" charset="0"/>
              <a:ea typeface="Cambria" panose="02040503050406030204" pitchFamily="18" charset="0"/>
              <a:cs typeface="Verdana" panose="020B0604030504040204"/>
            </a:endParaRPr>
          </a:p>
          <a:p>
            <a:pPr>
              <a:buClr>
                <a:srgbClr val="17365D"/>
              </a:buClr>
              <a:buSzPct val="100000"/>
            </a:pPr>
            <a:r>
              <a:rPr lang="en-US" sz="2000" b="1" dirty="0">
                <a:solidFill>
                  <a:schemeClr val="accent1"/>
                </a:solidFill>
                <a:latin typeface="Cambria" panose="02040503050406030204"/>
                <a:ea typeface="Cambria" panose="02040503050406030204"/>
                <a:cs typeface="Verdana" panose="020B0604030504040204"/>
                <a:sym typeface="Verdana" panose="020B0604030504040204"/>
              </a:rPr>
              <a:t>Name of the School Internship Coordinator: Dr. </a:t>
            </a:r>
            <a:r>
              <a:rPr lang="en-US" sz="2000" b="1" dirty="0">
                <a:solidFill>
                  <a:srgbClr val="000000"/>
                </a:solidFill>
                <a:latin typeface="Cambria" panose="02040503050406030204"/>
                <a:ea typeface="Cambria" panose="02040503050406030204"/>
                <a:cs typeface="Verdana" panose="020B0604030504040204"/>
                <a:sym typeface="Verdana" panose="020B0604030504040204"/>
              </a:rPr>
              <a:t>Md Ziaur Rahman</a:t>
            </a:r>
            <a:endParaRPr lang="en-US" sz="2000" b="1" dirty="0">
              <a:solidFill>
                <a:schemeClr val="accent1"/>
              </a:solidFill>
              <a:latin typeface="Cambria" panose="02040503050406030204"/>
              <a:ea typeface="Cambria" panose="02040503050406030204"/>
              <a:cs typeface="Verdana" panose="020B0604030504040204"/>
            </a:endParaRPr>
          </a:p>
          <a:p>
            <a:pPr lvl="0">
              <a:buClr>
                <a:srgbClr val="17365D"/>
              </a:buClr>
              <a:buSzPct val="100000"/>
            </a:pPr>
            <a:r>
              <a:rPr lang="en-US" sz="2000" b="1" dirty="0">
                <a:latin typeface="Cambria" panose="02040503050406030204" pitchFamily="18" charset="0"/>
                <a:ea typeface="Cambria" panose="02040503050406030204" pitchFamily="18" charset="0"/>
                <a:cs typeface="Verdana" panose="020B0604030504040204"/>
                <a:sym typeface="Verdana" panose="020B0604030504040204"/>
              </a:rPr>
              <a:t> 													</a:t>
            </a:r>
            <a:endParaRPr sz="2000" b="1" i="0" u="none" strike="noStrike" cap="none" dirty="0">
              <a:solidFill>
                <a:schemeClr val="tx1"/>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10" name="Table 9"/>
          <p:cNvGraphicFramePr>
            <a:graphicFrameLocks noGrp="1"/>
          </p:cNvGraphicFramePr>
          <p:nvPr/>
        </p:nvGraphicFramePr>
        <p:xfrm>
          <a:off x="601909" y="1911875"/>
          <a:ext cx="5321552" cy="1463040"/>
        </p:xfrm>
        <a:graphic>
          <a:graphicData uri="http://schemas.openxmlformats.org/drawingml/2006/table">
            <a:tbl>
              <a:tblPr firstRow="1" bandRow="1">
                <a:tableStyleId>{5C22544A-7EE6-4342-B048-85BDC9FD1C3A}</a:tableStyleId>
              </a:tblPr>
              <a:tblGrid>
                <a:gridCol w="1371270"/>
                <a:gridCol w="3950282"/>
              </a:tblGrid>
              <a:tr h="362263">
                <a:tc gridSpan="2">
                  <a:txBody>
                    <a:bodyPr/>
                    <a:lstStyle/>
                    <a:p>
                      <a:pPr algn="ctr"/>
                      <a:r>
                        <a:rPr lang="en-US" dirty="0">
                          <a:latin typeface="Cambria" panose="02040503050406030204" pitchFamily="18" charset="0"/>
                          <a:ea typeface="Cambria" panose="02040503050406030204" pitchFamily="18" charset="0"/>
                          <a:cs typeface="Times New Roman" panose="02020603050405020304" pitchFamily="18" charset="0"/>
                        </a:rPr>
                        <a:t>Student Details</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c hMerge="1">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Name</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KARTHIK</a:t>
                      </a:r>
                      <a:endParaRPr lang="en-US" dirty="0">
                        <a:latin typeface="Cambria" panose="02040503050406030204"/>
                        <a:ea typeface="Cambria" panose="02040503050406030204"/>
                        <a:cs typeface="Times New Roman" panose="02020603050405020304"/>
                      </a:endParaRPr>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Roll No</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20231CSE3047</a:t>
                      </a:r>
                      <a:endParaRPr lang="en-US" dirty="0"/>
                    </a:p>
                  </a:txBody>
                  <a:tcPr/>
                </a:tc>
              </a:tr>
              <a:tr h="362263">
                <a:tc>
                  <a:txBody>
                    <a:bodyPr/>
                    <a:lstStyle/>
                    <a:p>
                      <a:pPr algn="l"/>
                      <a:r>
                        <a:rPr lang="en-US" b="1" dirty="0">
                          <a:latin typeface="Cambria" panose="02040503050406030204" pitchFamily="18" charset="0"/>
                          <a:ea typeface="Cambria" panose="02040503050406030204" pitchFamily="18" charset="0"/>
                          <a:cs typeface="Times New Roman" panose="02020603050405020304" pitchFamily="18" charset="0"/>
                        </a:rPr>
                        <a:t>Section</a:t>
                      </a:r>
                      <a:endParaRPr lang="en-US" b="1" dirty="0">
                        <a:latin typeface="Cambria" panose="02040503050406030204" pitchFamily="18" charset="0"/>
                        <a:ea typeface="Cambria" panose="02040503050406030204" pitchFamily="18" charset="0"/>
                        <a:cs typeface="Times New Roman" panose="02020603050405020304" pitchFamily="18" charset="0"/>
                      </a:endParaRPr>
                    </a:p>
                  </a:txBody>
                  <a:tcPr/>
                </a:tc>
                <a:tc>
                  <a:txBody>
                    <a:bodyPr/>
                    <a:lstStyle/>
                    <a:p>
                      <a:pPr algn="ctr"/>
                      <a:r>
                        <a:rPr lang="en-US" dirty="0">
                          <a:latin typeface="Cambria" panose="02040503050406030204"/>
                          <a:ea typeface="Cambria" panose="02040503050406030204"/>
                          <a:cs typeface="Times New Roman" panose="02020603050405020304"/>
                        </a:rPr>
                        <a:t>8CSE07</a:t>
                      </a:r>
                      <a:endParaRPr lang="en-US" dirty="0">
                        <a:latin typeface="Cambria" panose="02040503050406030204" pitchFamily="18" charset="0"/>
                        <a:ea typeface="Cambria" panose="02040503050406030204" pitchFamily="18" charset="0"/>
                        <a:cs typeface="Times New Roman" panose="02020603050405020304" pitchFamily="18" charset="0"/>
                      </a:endParaRPr>
                    </a:p>
                  </a:txBody>
                  <a:tcPr/>
                </a:tc>
              </a:tr>
            </a:tbl>
          </a:graphicData>
        </a:graphic>
      </p:graphicFrame>
      <p:graphicFrame>
        <p:nvGraphicFramePr>
          <p:cNvPr id="3" name="Table 2"/>
          <p:cNvGraphicFramePr>
            <a:graphicFrameLocks noGrp="1"/>
          </p:cNvGraphicFramePr>
          <p:nvPr>
            <p:custDataLst>
              <p:tags r:id="rId1"/>
            </p:custDataLst>
          </p:nvPr>
        </p:nvGraphicFramePr>
        <p:xfrm>
          <a:off x="979805" y="0"/>
          <a:ext cx="9084310" cy="3230880"/>
        </p:xfrm>
        <a:graphic>
          <a:graphicData uri="http://schemas.openxmlformats.org/drawingml/2006/table">
            <a:tbl>
              <a:tblPr firstRow="1" bandRow="1">
                <a:tableStyleId>{2D5ABB26-0587-4C30-8999-92F81FD0307C}</a:tableStyleId>
              </a:tblPr>
              <a:tblGrid>
                <a:gridCol w="9084310"/>
              </a:tblGrid>
              <a:tr h="3230880">
                <a:tc>
                  <a:txBody>
                    <a:bodyPr/>
                    <a:lstStyle/>
                    <a:p>
                      <a:pPr lvl="0" algn="ctr">
                        <a:lnSpc>
                          <a:spcPct val="100000"/>
                        </a:lnSpc>
                        <a:spcBef>
                          <a:spcPts val="0"/>
                        </a:spcBef>
                        <a:spcAft>
                          <a:spcPts val="0"/>
                        </a:spcAft>
                        <a:buNone/>
                      </a:pPr>
                      <a:r>
                        <a:rPr lang="en-US" altLang="en-US" sz="2000" b="1" dirty="0">
                          <a:solidFill>
                            <a:schemeClr val="accent1">
                              <a:lumMod val="50000"/>
                            </a:schemeClr>
                          </a:solidFill>
                          <a:latin typeface="Times New Roman" panose="02020603050405020304" pitchFamily="18" charset="0"/>
                          <a:cs typeface="Times New Roman" panose="02020603050405020304" pitchFamily="18" charset="0"/>
                          <a:sym typeface="+mn-ea"/>
                        </a:rPr>
                        <a:t>CSE7302 - INTERNSHIP</a:t>
                      </a:r>
                      <a:br>
                        <a:rPr lang="en-US" sz="2000" b="0" i="0" u="none" strike="noStrike" noProof="0" dirty="0">
                          <a:solidFill>
                            <a:srgbClr val="2F5597"/>
                          </a:solidFill>
                          <a:latin typeface="Times New Roman" panose="02020603050405020304"/>
                          <a:cs typeface="Times New Roman" panose="02020603050405020304"/>
                        </a:rPr>
                      </a:br>
                      <a:r>
                        <a:rPr lang="en-US" sz="2000" b="1" i="0" u="none" strike="noStrike" noProof="0" dirty="0">
                          <a:solidFill>
                            <a:schemeClr val="accent1"/>
                          </a:solidFill>
                          <a:latin typeface="Times New Roman" panose="02020603050405020304"/>
                          <a:cs typeface="Times New Roman" panose="02020603050405020304"/>
                        </a:rPr>
                        <a:t> </a:t>
                      </a:r>
                      <a:r>
                        <a:rPr lang="en-US" sz="2000" b="1" i="0" u="none" strike="noStrike" noProof="0">
                          <a:solidFill>
                            <a:schemeClr val="accent1"/>
                          </a:solidFill>
                          <a:latin typeface="Times New Roman" panose="02020603050405020304"/>
                          <a:cs typeface="Times New Roman" panose="02020603050405020304"/>
                        </a:rPr>
                        <a:t>Review- 4 Presentation</a:t>
                      </a:r>
                      <a:r>
                        <a:rPr lang="en-US" sz="2000" b="0" i="0" u="none" strike="noStrike" noProof="0">
                          <a:solidFill>
                            <a:schemeClr val="accent1"/>
                          </a:solidFill>
                          <a:latin typeface="Times New Roman" panose="02020603050405020304"/>
                          <a:cs typeface="Times New Roman" panose="02020603050405020304"/>
                        </a:rPr>
                        <a:t> </a:t>
                      </a:r>
                      <a:endParaRPr lang="en-US" sz="2000" b="0" i="0" u="none" strike="noStrike" noProof="0">
                        <a:solidFill>
                          <a:schemeClr val="accent1"/>
                        </a:solidFill>
                        <a:latin typeface="Times New Roman" panose="02020603050405020304"/>
                        <a:cs typeface="Times New Roman" panose="02020603050405020304"/>
                      </a:endParaRPr>
                    </a:p>
                    <a:p>
                      <a:pPr algn="ctr">
                        <a:buNone/>
                      </a:pPr>
                      <a:r>
                        <a:rPr lang="en-US" sz="2000" b="1" dirty="0">
                          <a:solidFill>
                            <a:schemeClr val="accent1"/>
                          </a:solidFill>
                          <a:latin typeface="Times New Roman" panose="02020603050405020304"/>
                          <a:ea typeface="+mn-lt"/>
                          <a:cs typeface="Times New Roman" panose="02020603050405020304"/>
                          <a:sym typeface="+mn-ea"/>
                        </a:rPr>
                        <a:t>Web-Based Vehicle and Rail Wheel Monitoring System with</a:t>
                      </a:r>
                      <a:endParaRPr lang="en-US" sz="2000" dirty="0">
                        <a:solidFill>
                          <a:schemeClr val="accent1"/>
                        </a:solidFill>
                        <a:latin typeface="Times New Roman" panose="02020603050405020304"/>
                        <a:ea typeface="+mn-lt"/>
                        <a:cs typeface="Times New Roman" panose="02020603050405020304"/>
                      </a:endParaRPr>
                    </a:p>
                    <a:p>
                      <a:pPr algn="ctr">
                        <a:buNone/>
                      </a:pPr>
                      <a:r>
                        <a:rPr lang="en-US" sz="2000" b="1" dirty="0">
                          <a:solidFill>
                            <a:schemeClr val="accent1"/>
                          </a:solidFill>
                          <a:latin typeface="Times New Roman" panose="02020603050405020304"/>
                          <a:ea typeface="+mn-lt"/>
                          <a:cs typeface="Times New Roman" panose="02020603050405020304"/>
                          <a:sym typeface="+mn-ea"/>
                        </a:rPr>
                        <a:t> Object Detection</a:t>
                      </a:r>
                      <a:endParaRPr lang="en-US" sz="2000" dirty="0">
                        <a:solidFill>
                          <a:schemeClr val="accent1"/>
                        </a:solidFill>
                        <a:latin typeface="Times New Roman" panose="02020603050405020304"/>
                        <a:ea typeface="Calibri" panose="020F0502020204030204"/>
                        <a:cs typeface="Times New Roman" panose="02020603050405020304"/>
                      </a:endParaRPr>
                    </a:p>
                    <a:p>
                      <a:pPr lvl="0" algn="ctr">
                        <a:lnSpc>
                          <a:spcPct val="100000"/>
                        </a:lnSpc>
                        <a:spcBef>
                          <a:spcPts val="0"/>
                        </a:spcBef>
                        <a:spcAft>
                          <a:spcPts val="0"/>
                        </a:spcAft>
                        <a:buNone/>
                      </a:pPr>
                      <a:br>
                        <a:rPr lang="en-US" sz="2400" b="0" i="0" u="none" strike="noStrike" noProof="0" dirty="0">
                          <a:solidFill>
                            <a:srgbClr val="0070C0"/>
                          </a:solidFill>
                          <a:latin typeface="Times New Roman" panose="02020603050405020304"/>
                          <a:cs typeface="Times New Roman" panose="02020603050405020304"/>
                        </a:rPr>
                      </a:br>
                      <a:br>
                        <a:rPr lang="en-US" sz="2400" b="0" i="0" u="none" strike="noStrike" noProof="0" dirty="0">
                          <a:solidFill>
                            <a:srgbClr val="0070C0"/>
                          </a:solidFill>
                          <a:latin typeface="Times New Roman" panose="02020603050405020304"/>
                          <a:cs typeface="Times New Roman" panose="02020603050405020304"/>
                        </a:rPr>
                      </a:br>
                      <a:r>
                        <a:rPr lang="en-US" sz="2400" b="0" i="0" u="none" strike="noStrike" noProof="0" dirty="0">
                          <a:solidFill>
                            <a:srgbClr val="0070C0"/>
                          </a:solidFill>
                          <a:latin typeface="Times New Roman" panose="02020603050405020304"/>
                          <a:cs typeface="Times New Roman" panose="02020603050405020304"/>
                        </a:rPr>
                        <a:t> </a:t>
                      </a:r>
                      <a:endParaRPr lang="en-US" dirty="0"/>
                    </a:p>
                    <a:p>
                      <a:pPr lvl="0">
                        <a:buNone/>
                      </a:pPr>
                      <a:endParaRPr lang="en-US" dirty="0"/>
                    </a:p>
                  </a:txBody>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709478" y="274638"/>
            <a:ext cx="10771322"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704516" y="902370"/>
            <a:ext cx="10668000" cy="4800734"/>
          </a:xfrm>
          <a:prstGeom prst="rect">
            <a:avLst/>
          </a:prstGeom>
          <a:noFill/>
          <a:ln>
            <a:noFill/>
          </a:ln>
        </p:spPr>
        <p:txBody>
          <a:bodyPr spcFirstLastPara="1" wrap="square" lIns="91425" tIns="45700" rIns="91425" bIns="45700" anchor="t" anchorCtr="0">
            <a:noAutofit/>
          </a:bodyPr>
          <a:lstStyle/>
          <a:p>
            <a:pPr marL="495300" indent="-342900" algn="just">
              <a:lnSpc>
                <a:spcPct val="100000"/>
              </a:lnSpc>
              <a:spcBef>
                <a:spcPts val="0"/>
              </a:spcBef>
              <a:buFont typeface="Wingdings" panose="05000000000000000000" pitchFamily="2" charset="2"/>
              <a:buChar char="Ø"/>
            </a:pPr>
            <a:r>
              <a:rPr lang="en-US"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Company or </a:t>
            </a:r>
            <a:r>
              <a:rPr lang="en-US"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Organization</a:t>
            </a:r>
            <a:endParaRPr lang="en-US"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2000" dirty="0" smtClean="0">
              <a:latin typeface="Cambria" panose="02040503050406030204" pitchFamily="18" charset="0"/>
              <a:ea typeface="Cambria" panose="020405030504060302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Objectives of the </a:t>
            </a: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work</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Proposed System</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IN" sz="2000" b="1" dirty="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Internship Roadmap</a:t>
            </a:r>
            <a:endParaRPr lang="en-IN" sz="2000" b="1" dirty="0" smtClean="0">
              <a:solidFill>
                <a:schemeClr val="accent1">
                  <a:lumMod val="75000"/>
                </a:schemeClr>
              </a:solidFill>
              <a:latin typeface="Times New Roman" panose="02020603050405020304" pitchFamily="18" charset="0"/>
              <a:cs typeface="Times New Roman" panose="02020603050405020304" pitchFamily="18" charset="0"/>
            </a:endParaRPr>
          </a:p>
          <a:p>
            <a:pPr marL="495300" indent="-342900" algn="just">
              <a:lnSpc>
                <a:spcPct val="100000"/>
              </a:lnSpc>
              <a:spcBef>
                <a:spcPts val="0"/>
              </a:spcBef>
              <a:buFont typeface="Wingdings" panose="05000000000000000000" pitchFamily="2" charset="2"/>
              <a:buChar char="Ø"/>
            </a:pPr>
            <a:r>
              <a:rPr lang="en-IN" sz="2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Github Link</a:t>
            </a:r>
            <a:endParaRPr lang="en-US" sz="2000" b="1" dirty="0">
              <a:solidFill>
                <a:srgbClr val="0070C0"/>
              </a:solidFill>
              <a:latin typeface="Times New Roman" panose="02020603050405020304"/>
              <a:ea typeface="Cambria" panose="02040503050406030204" pitchFamily="18" charset="0"/>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490" y="33655"/>
            <a:ext cx="10615295" cy="584200"/>
          </a:xfrm>
          <a:ln>
            <a:solidFill>
              <a:schemeClr val="accent1">
                <a:lumMod val="75000"/>
              </a:schemeClr>
            </a:solidFill>
          </a:ln>
        </p:spPr>
        <p:txBody>
          <a:bodyPr>
            <a:normAutofit fontScale="90000"/>
          </a:bodyPr>
          <a:lstStyle/>
          <a:p>
            <a:r>
              <a:rPr lang="en-US" sz="4000" b="1" dirty="0" smtClean="0">
                <a:solidFill>
                  <a:srgbClr val="0070C0"/>
                </a:solidFill>
                <a:latin typeface="Times New Roman" panose="02020603050405020304" pitchFamily="18" charset="0"/>
                <a:cs typeface="Times New Roman" panose="02020603050405020304" pitchFamily="18" charset="0"/>
                <a:sym typeface="+mn-ea"/>
              </a:rPr>
              <a:t>About Company or Organization</a:t>
            </a:r>
            <a:endParaRPr lang="en-US" sz="4000">
              <a:solidFill>
                <a:schemeClr val="accent1"/>
              </a:solidFill>
              <a:latin typeface="Times New Roman" panose="02020603050405020304"/>
              <a:cs typeface="Times New Roman" panose="02020603050405020304"/>
            </a:endParaRPr>
          </a:p>
        </p:txBody>
      </p:sp>
      <p:pic>
        <p:nvPicPr>
          <p:cNvPr id="8" name="Content Placeholder 7" descr="0 Departures from Rail Wheel Factory Siding SWR/South Western Zone - Railway  Enquiry"/>
          <p:cNvPicPr>
            <a:picLocks noGrp="1" noChangeAspect="1"/>
          </p:cNvPicPr>
          <p:nvPr>
            <p:ph idx="1"/>
          </p:nvPr>
        </p:nvPicPr>
        <p:blipFill>
          <a:blip r:embed="rId1"/>
          <a:stretch>
            <a:fillRect/>
          </a:stretch>
        </p:blipFill>
        <p:spPr>
          <a:xfrm>
            <a:off x="5899854" y="1584875"/>
            <a:ext cx="5828580" cy="4002483"/>
          </a:xfrm>
          <a:prstGeom prst="rect">
            <a:avLst/>
          </a:prstGeom>
        </p:spPr>
      </p:pic>
      <p:sp>
        <p:nvSpPr>
          <p:cNvPr id="4" name="Text Placeholder 3"/>
          <p:cNvSpPr>
            <a:spLocks noGrp="1"/>
          </p:cNvSpPr>
          <p:nvPr>
            <p:ph type="body" sz="half" idx="2"/>
          </p:nvPr>
        </p:nvSpPr>
        <p:spPr>
          <a:xfrm>
            <a:off x="279901" y="618223"/>
            <a:ext cx="5159185" cy="4448125"/>
          </a:xfrm>
        </p:spPr>
        <p:txBody>
          <a:bodyPr vert="horz" lIns="91440" tIns="45720" rIns="91440" bIns="45720" rtlCol="0" anchor="t">
            <a:noAutofit/>
          </a:bodyPr>
          <a:lstStyle/>
          <a:p>
            <a:pPr marL="342900" indent="-342900">
              <a:buFont typeface="Wingdings" panose="05000000000000000000" pitchFamily="34" charset="0"/>
              <a:buChar char="Ø"/>
            </a:pPr>
            <a:r>
              <a:rPr lang="en-US" sz="2400" b="1">
                <a:latin typeface="Times New Roman" panose="02020603050405020304"/>
                <a:cs typeface="Times New Roman" panose="02020603050405020304"/>
              </a:rPr>
              <a:t>Organization Name</a:t>
            </a:r>
            <a:endParaRPr lang="en-US" sz="2400">
              <a:ea typeface="Calibri" panose="020F0502020204030204"/>
              <a:cs typeface="Calibri" panose="020F0502020204030204"/>
            </a:endParaRPr>
          </a:p>
          <a:p>
            <a:r>
              <a:rPr lang="en-US" sz="2400">
                <a:latin typeface="Times New Roman" panose="02020603050405020304"/>
                <a:ea typeface="+mn-lt"/>
                <a:cs typeface="Times New Roman" panose="02020603050405020304"/>
              </a:rPr>
              <a:t>Rail Wheel Factory (RWF)</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Type</a:t>
            </a:r>
            <a:endParaRPr lang="en-US" sz="2400" b="1">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Government of India Enterprise</a:t>
            </a:r>
            <a:br>
              <a:rPr lang="en-US" sz="2400" dirty="0">
                <a:latin typeface="Times New Roman" panose="02020603050405020304"/>
                <a:ea typeface="+mn-lt"/>
                <a:cs typeface="Times New Roman" panose="02020603050405020304"/>
              </a:rPr>
            </a:br>
            <a:r>
              <a:rPr lang="en-US" sz="2400">
                <a:latin typeface="Times New Roman" panose="02020603050405020304"/>
                <a:ea typeface="+mn-lt"/>
                <a:cs typeface="Times New Roman" panose="02020603050405020304"/>
              </a:rPr>
              <a:t> (Under Ministry of Railways)</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Location</a:t>
            </a:r>
            <a:endParaRPr lang="en-US" sz="2400" b="1">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Yelahanka, Bengaluru, Karnataka</a:t>
            </a:r>
            <a:endParaRPr lang="en-US" sz="2400">
              <a:latin typeface="Times New Roman" panose="02020603050405020304"/>
              <a:cs typeface="Times New Roman" panose="02020603050405020304"/>
            </a:endParaRPr>
          </a:p>
          <a:p>
            <a:pPr marL="285750" indent="-285750">
              <a:buFont typeface="Wingdings" panose="05000000000000000000" pitchFamily="34" charset="0"/>
              <a:buChar char="Ø"/>
            </a:pPr>
            <a:r>
              <a:rPr lang="en-US" sz="2400" b="1">
                <a:latin typeface="Times New Roman" panose="02020603050405020304"/>
                <a:cs typeface="Times New Roman" panose="02020603050405020304"/>
              </a:rPr>
              <a:t>Overview</a:t>
            </a:r>
            <a:endParaRPr lang="en-US" sz="2400" b="1">
              <a:latin typeface="Times New Roman" panose="02020603050405020304"/>
              <a:cs typeface="Times New Roman" panose="02020603050405020304"/>
            </a:endParaRPr>
          </a:p>
          <a:p>
            <a:r>
              <a:rPr lang="en-US" sz="2400" dirty="0">
                <a:latin typeface="Times New Roman" panose="02020603050405020304"/>
                <a:ea typeface="+mn-lt"/>
                <a:cs typeface="Times New Roman" panose="02020603050405020304"/>
              </a:rPr>
              <a:t>Rail Wheel Factory manufactures cast steel railway wheels and axles used in Indian Railways. The organization maintains strict quality standards and is moving towards automation and digital monitoring systems.</a:t>
            </a:r>
            <a:endParaRPr lang="en-US" sz="2400" dirty="0">
              <a:latin typeface="Times New Roman" panose="02020603050405020304"/>
              <a:cs typeface="Times New Roman" panose="02020603050405020304"/>
            </a:endParaRPr>
          </a:p>
          <a:p>
            <a:endParaRPr lang="en-US" sz="2400" dirty="0">
              <a:ea typeface="Calibri" panose="020F0502020204030204"/>
              <a:cs typeface="Calibri" panose="020F0502020204030204"/>
            </a:endParaRPr>
          </a:p>
        </p:txBody>
      </p:sp>
      <p:sp>
        <p:nvSpPr>
          <p:cNvPr id="5" name="Date Placeholder 4"/>
          <p:cNvSpPr>
            <a:spLocks noGrp="1"/>
          </p:cNvSpPr>
          <p:nvPr>
            <p:ph type="dt" sz="half" idx="10"/>
          </p:nvPr>
        </p:nvSpPr>
        <p:spPr/>
        <p:txBody>
          <a:bodyPr/>
          <a:lstStyle/>
          <a:p>
            <a:endParaRPr lang="en-IN" dirty="0"/>
          </a:p>
        </p:txBody>
      </p:sp>
      <p:sp>
        <p:nvSpPr>
          <p:cNvPr id="6" name="Slide Number Placeholder 5"/>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85" y="0"/>
            <a:ext cx="10515600" cy="1002682"/>
          </a:xfrm>
          <a:ln>
            <a:solidFill>
              <a:srgbClr val="4472C4"/>
            </a:solidFill>
          </a:ln>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Working domain or the technology</a:t>
            </a:r>
            <a:endParaRPr lang="en-US" sz="4000">
              <a:solidFill>
                <a:schemeClr val="accent1"/>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403225" y="1002665"/>
            <a:ext cx="11416665" cy="4123055"/>
          </a:xfrm>
        </p:spPr>
        <p:txBody>
          <a:bodyPr vert="horz" lIns="91440" tIns="45720" rIns="91440" bIns="45720" rtlCol="0" anchor="t">
            <a:noAutofit/>
          </a:bodyPr>
          <a:lstStyle/>
          <a:p>
            <a:pPr>
              <a:buNone/>
            </a:pPr>
            <a:r>
              <a:rPr lang="en-US" sz="2300" b="1" dirty="0">
                <a:latin typeface="Times New Roman" panose="02020603050405020304"/>
                <a:cs typeface="Times New Roman" panose="02020603050405020304"/>
              </a:rPr>
              <a:t>Project Title</a:t>
            </a:r>
            <a:endParaRPr lang="en-US" sz="2300" dirty="0">
              <a:latin typeface="Times New Roman" panose="02020603050405020304"/>
              <a:cs typeface="Times New Roman" panose="02020603050405020304"/>
            </a:endParaRPr>
          </a:p>
          <a:p>
            <a:pPr>
              <a:buNone/>
            </a:pPr>
            <a:r>
              <a:rPr lang="en-US" sz="2300" dirty="0">
                <a:latin typeface="Times New Roman" panose="02020603050405020304"/>
                <a:ea typeface="+mn-lt"/>
                <a:cs typeface="Times New Roman" panose="02020603050405020304"/>
              </a:rPr>
              <a:t>Web-Based Vehicle and Rail Wheel</a:t>
            </a:r>
            <a:endParaRPr lang="en-US" sz="2300" dirty="0">
              <a:latin typeface="Times New Roman" panose="02020603050405020304"/>
              <a:ea typeface="+mn-lt"/>
              <a:cs typeface="Times New Roman" panose="02020603050405020304"/>
            </a:endParaRPr>
          </a:p>
          <a:p>
            <a:pPr>
              <a:buNone/>
            </a:pPr>
            <a:r>
              <a:rPr lang="en-US" sz="2300" dirty="0">
                <a:latin typeface="Times New Roman" panose="02020603050405020304"/>
                <a:ea typeface="+mn-lt"/>
                <a:cs typeface="Times New Roman" panose="02020603050405020304"/>
              </a:rPr>
              <a:t>Monitoring System with Object Detection</a:t>
            </a:r>
            <a:endParaRPr lang="en-US" sz="2300" dirty="0">
              <a:latin typeface="Times New Roman" panose="02020603050405020304"/>
              <a:ea typeface="Calibri" panose="020F0502020204030204"/>
              <a:cs typeface="Times New Roman" panose="02020603050405020304"/>
            </a:endParaRPr>
          </a:p>
          <a:p>
            <a:pPr>
              <a:buNone/>
            </a:pPr>
            <a:r>
              <a:rPr lang="en-US" sz="2300" b="1" dirty="0">
                <a:latin typeface="Times New Roman" panose="02020603050405020304"/>
                <a:cs typeface="Times New Roman" panose="02020603050405020304"/>
              </a:rPr>
              <a:t>Internship Domain</a:t>
            </a:r>
            <a:endParaRPr lang="en-US" sz="2300" b="1" dirty="0">
              <a:latin typeface="Times New Roman" panose="02020603050405020304"/>
              <a:cs typeface="Times New Roman" panose="02020603050405020304"/>
            </a:endParaRPr>
          </a:p>
          <a:p>
            <a:pPr>
              <a:buNone/>
            </a:pPr>
            <a:r>
              <a:rPr lang="en-US" sz="2300" dirty="0">
                <a:latin typeface="Times New Roman" panose="02020603050405020304"/>
                <a:ea typeface="+mn-lt"/>
                <a:cs typeface="Times New Roman" panose="02020603050405020304"/>
              </a:rPr>
              <a:t>Full Stack Development with AI Integration</a:t>
            </a:r>
            <a:endParaRPr lang="en-US" sz="2300" dirty="0">
              <a:latin typeface="Times New Roman" panose="02020603050405020304"/>
              <a:cs typeface="Times New Roman" panose="02020603050405020304"/>
            </a:endParaRPr>
          </a:p>
          <a:p>
            <a:pPr>
              <a:buNone/>
            </a:pPr>
            <a:r>
              <a:rPr lang="en-US" sz="2300" b="1" dirty="0">
                <a:latin typeface="Times New Roman" panose="02020603050405020304"/>
                <a:cs typeface="Times New Roman" panose="02020603050405020304"/>
              </a:rPr>
              <a:t>Technologies Used</a:t>
            </a:r>
            <a:endParaRPr lang="en-US" sz="2300" b="1" dirty="0">
              <a:latin typeface="Times New Roman" panose="020206030504050203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Programming Language: </a:t>
            </a:r>
            <a:r>
              <a:rPr lang="en-US" sz="2300" b="1" dirty="0">
                <a:latin typeface="Times New Roman" panose="02020603050405020304"/>
                <a:ea typeface="Calibri" panose="020F0502020204030204"/>
                <a:cs typeface="Times New Roman" panose="02020603050405020304"/>
              </a:rPr>
              <a:t>Python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Backend: </a:t>
            </a:r>
            <a:r>
              <a:rPr lang="en-US" sz="2300" b="1" dirty="0">
                <a:latin typeface="Times New Roman" panose="02020603050405020304"/>
                <a:ea typeface="Calibri" panose="020F0502020204030204"/>
                <a:cs typeface="Times New Roman" panose="02020603050405020304"/>
              </a:rPr>
              <a:t>Python Flask</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AI Module: </a:t>
            </a:r>
            <a:r>
              <a:rPr lang="en-US" sz="2300" b="1" dirty="0">
                <a:latin typeface="Times New Roman" panose="02020603050405020304"/>
                <a:ea typeface="Calibri" panose="020F0502020204030204"/>
                <a:cs typeface="Times New Roman" panose="02020603050405020304"/>
              </a:rPr>
              <a:t>OpenCV + Object Detection</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Frontend: </a:t>
            </a:r>
            <a:r>
              <a:rPr lang="en-US" sz="2300" b="1" dirty="0">
                <a:latin typeface="Times New Roman" panose="02020603050405020304"/>
                <a:ea typeface="Calibri" panose="020F0502020204030204"/>
                <a:cs typeface="Times New Roman" panose="02020603050405020304"/>
              </a:rPr>
              <a:t>Basic Web Dashboard</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Database: </a:t>
            </a:r>
            <a:r>
              <a:rPr lang="en-US" sz="2300" b="1" dirty="0">
                <a:latin typeface="Times New Roman" panose="02020603050405020304"/>
                <a:ea typeface="Calibri" panose="020F0502020204030204"/>
                <a:cs typeface="Times New Roman" panose="02020603050405020304"/>
              </a:rPr>
              <a:t>SQL</a:t>
            </a:r>
            <a:endParaRPr lang="en-US" sz="2300" dirty="0">
              <a:latin typeface="Times New Roman" panose="02020603050405020304"/>
              <a:ea typeface="Calibri" panose="020F0502020204030204"/>
              <a:cs typeface="Times New Roman" panose="02020603050405020304"/>
            </a:endParaRPr>
          </a:p>
          <a:p>
            <a:pPr>
              <a:buFont typeface="Arial" panose="020B0604020202020204"/>
              <a:buChar char="•"/>
            </a:pPr>
            <a:r>
              <a:rPr lang="en-US" sz="2300" dirty="0">
                <a:latin typeface="Times New Roman" panose="02020603050405020304"/>
                <a:ea typeface="Calibri" panose="020F0502020204030204"/>
                <a:cs typeface="Times New Roman" panose="02020603050405020304"/>
              </a:rPr>
              <a:t>Version Control: </a:t>
            </a:r>
            <a:r>
              <a:rPr lang="en-US" sz="2300" b="1" dirty="0">
                <a:latin typeface="Times New Roman" panose="02020603050405020304"/>
                <a:ea typeface="Calibri" panose="020F0502020204030204"/>
                <a:cs typeface="Times New Roman" panose="02020603050405020304"/>
              </a:rPr>
              <a:t>GitHub</a:t>
            </a:r>
            <a:endParaRPr lang="en-US" sz="2300" dirty="0"/>
          </a:p>
          <a:p>
            <a:pPr marL="0" indent="0">
              <a:buNone/>
            </a:pPr>
            <a:endParaRPr lang="en-US" sz="17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
        <p:nvSpPr>
          <p:cNvPr id="6" name="Title 5"/>
          <p:cNvSpPr>
            <a:spLocks noGrp="1"/>
          </p:cNvSpPr>
          <p:nvPr>
            <p:ph type="title"/>
          </p:nvPr>
        </p:nvSpPr>
        <p:spPr>
          <a:xfrm>
            <a:off x="838200" y="365125"/>
            <a:ext cx="10515600" cy="819241"/>
          </a:xfrm>
        </p:spPr>
        <p:txBody>
          <a:bodyPr/>
          <a:lstStyle/>
          <a:p>
            <a:r>
              <a:rPr lang="en-IN" sz="3200" b="1" dirty="0" smtClean="0">
                <a:solidFill>
                  <a:schemeClr val="accent1">
                    <a:lumMod val="75000"/>
                  </a:schemeClr>
                </a:solidFill>
                <a:latin typeface="Times New Roman" panose="02020603050405020304" pitchFamily="18" charset="0"/>
                <a:cs typeface="Times New Roman" panose="02020603050405020304" pitchFamily="18" charset="0"/>
                <a:sym typeface="+mn-ea"/>
              </a:rPr>
              <a:t>About your team and reporting Manager</a:t>
            </a: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7" name="Content Placeholder 6"/>
          <p:cNvSpPr>
            <a:spLocks noGrp="1"/>
          </p:cNvSpPr>
          <p:nvPr>
            <p:ph idx="1"/>
          </p:nvPr>
        </p:nvSpPr>
        <p:spPr>
          <a:xfrm>
            <a:off x="762000" y="1070702"/>
            <a:ext cx="10515600" cy="4058194"/>
          </a:xfrm>
        </p:spPr>
        <p:txBody>
          <a:bodyPr>
            <a:noAutofit/>
          </a:bodyPr>
          <a:lstStyle/>
          <a:p>
            <a:pPr algn="just"/>
            <a:r>
              <a:rPr lang="en-US" sz="2400" dirty="0">
                <a:latin typeface="Times New Roman" panose="02020603050405020304" pitchFamily="18" charset="0"/>
                <a:cs typeface="Times New Roman" panose="02020603050405020304" pitchFamily="18" charset="0"/>
                <a:sym typeface="+mn-ea"/>
              </a:rPr>
              <a:t>Individual Leader: </a:t>
            </a:r>
            <a:r>
              <a:rPr lang="en-US" sz="2400" b="1" dirty="0">
                <a:latin typeface="Times New Roman" panose="02020603050405020304" pitchFamily="18" charset="0"/>
                <a:cs typeface="Times New Roman" panose="02020603050405020304" pitchFamily="18" charset="0"/>
                <a:sym typeface="+mn-ea"/>
              </a:rPr>
              <a:t>Karthik</a:t>
            </a:r>
            <a:endParaRPr lang="en-US" sz="2400" dirty="0">
              <a:latin typeface="Times New Roman" panose="02020603050405020304" pitchFamily="18" charset="0"/>
              <a:cs typeface="Times New Roman" panose="02020603050405020304" pitchFamily="18" charset="0"/>
            </a:endParaRPr>
          </a:p>
          <a:p>
            <a:pPr algn="just"/>
            <a:r>
              <a:rPr lang="en-US" sz="2400" dirty="0"/>
              <a:t>I worked under the guidance of my </a:t>
            </a:r>
            <a:r>
              <a:rPr lang="en-US" sz="2400" b="1" dirty="0"/>
              <a:t>Team Lead: </a:t>
            </a:r>
            <a:r>
              <a:rPr lang="en-US" sz="2400" b="1" i="1" dirty="0"/>
              <a:t>Mr. Buddha </a:t>
            </a:r>
            <a:r>
              <a:rPr lang="en-US" sz="2400" b="1" i="1" dirty="0" err="1"/>
              <a:t>AppaRao</a:t>
            </a:r>
            <a:r>
              <a:rPr lang="en-US" sz="2400" dirty="0"/>
              <a:t> at </a:t>
            </a:r>
            <a:r>
              <a:rPr lang="en-US" sz="2400" b="1" dirty="0"/>
              <a:t>Rail Wheel Factory</a:t>
            </a:r>
            <a:r>
              <a:rPr lang="en-US" sz="2400" dirty="0"/>
              <a:t>.</a:t>
            </a:r>
            <a:endParaRPr lang="en-US" sz="2400" dirty="0"/>
          </a:p>
          <a:p>
            <a:pPr algn="just"/>
            <a:r>
              <a:rPr lang="en-US" sz="2400" dirty="0"/>
              <a:t>My team consisted of software engineers, supervisors, and interns.</a:t>
            </a:r>
            <a:endParaRPr lang="en-US" sz="2400" dirty="0"/>
          </a:p>
          <a:p>
            <a:pPr algn="just"/>
            <a:r>
              <a:rPr lang="en-US" sz="2400" dirty="0"/>
              <a:t>I was involved in developing the </a:t>
            </a:r>
            <a:r>
              <a:rPr lang="en-US" sz="2400" b="1" dirty="0"/>
              <a:t>AI Face Recognition Attendance System</a:t>
            </a:r>
            <a:r>
              <a:rPr lang="en-US" sz="2400" dirty="0"/>
              <a:t>.</a:t>
            </a:r>
            <a:endParaRPr lang="en-US" sz="2400" dirty="0"/>
          </a:p>
          <a:p>
            <a:pPr algn="just"/>
            <a:r>
              <a:rPr lang="en-US" sz="2400" dirty="0"/>
              <a:t>My responsibilities included frontend, backend, and AI model integration.</a:t>
            </a:r>
            <a:endParaRPr lang="en-US" sz="2400" dirty="0"/>
          </a:p>
          <a:p>
            <a:pPr algn="just"/>
            <a:r>
              <a:rPr lang="en-US" sz="2400" dirty="0"/>
              <a:t>I received regular guidance, reviews, and technical support from my team lead.</a:t>
            </a:r>
            <a:endParaRPr lang="en-US" sz="2400" dirty="0"/>
          </a:p>
          <a:p>
            <a:pPr algn="just"/>
            <a:r>
              <a:rPr lang="en-US" sz="2400" dirty="0"/>
              <a:t>Periodic discussions helped in improving my technical and professional skills.</a:t>
            </a:r>
            <a:endParaRPr lang="en-US" sz="2400" dirty="0"/>
          </a:p>
          <a:p>
            <a:pPr>
              <a:buNone/>
            </a:pPr>
            <a:endParaRPr lang="en-US" sz="2400" dirty="0">
              <a:latin typeface="Times New Roman" panose="02020603050405020304" pitchFamily="18" charset="0"/>
              <a:cs typeface="Times New Roman" panose="02020603050405020304" pitchFamily="18" charset="0"/>
            </a:endParaRPr>
          </a:p>
        </p:txBody>
      </p:sp>
      <p:sp>
        <p:nvSpPr>
          <p:cNvPr id="8" name="Slide Number Placeholder 3"/>
          <p:cNvSpPr>
            <a:spLocks noGrp="1"/>
          </p:cNvSpPr>
          <p:nvPr/>
        </p:nvSpPr>
        <p:spPr>
          <a:xfrm>
            <a:off x="8737600" y="6483350"/>
            <a:ext cx="2743200" cy="365125"/>
          </a:xfrm>
          <a:prstGeom prst="rect">
            <a:avLst/>
          </a:prstGeom>
          <a:noFill/>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15EC703-C051-410C-8BA1-62752E291E83}" type="slidenum">
              <a:rPr lang="en-US" altLang="en-US" smtClean="0"/>
            </a:fld>
            <a:endParaRPr lang="en-US" altLang="en-US"/>
          </a:p>
        </p:txBody>
      </p:sp>
      <p:sp>
        <p:nvSpPr>
          <p:cNvPr id="9" name="Text Box 8"/>
          <p:cNvSpPr txBox="1"/>
          <p:nvPr/>
        </p:nvSpPr>
        <p:spPr>
          <a:xfrm>
            <a:off x="2689225" y="5639435"/>
            <a:ext cx="4064000" cy="368300"/>
          </a:xfrm>
          <a:prstGeom prst="rect">
            <a:avLst/>
          </a:prstGeom>
          <a:noFill/>
        </p:spPr>
        <p:txBody>
          <a:bodyPr wrap="square" rtlCol="0">
            <a:spAutoFit/>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795" y="127635"/>
            <a:ext cx="10515600" cy="677545"/>
          </a:xfrm>
          <a:ln>
            <a:solidFill>
              <a:schemeClr val="accent1">
                <a:lumMod val="75000"/>
              </a:schemeClr>
            </a:solidFill>
          </a:ln>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Challenges Faced in Internship</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584200" y="805180"/>
            <a:ext cx="9379585" cy="5911215"/>
          </a:xfrm>
        </p:spPr>
        <p:txBody>
          <a:bodyPr vert="horz" lIns="91440" tIns="45720" rIns="91440" bIns="45720" rtlCol="0" anchor="t">
            <a:noAutofit/>
          </a:bodyPr>
          <a:lstStyle/>
          <a:p>
            <a:pPr>
              <a:buNone/>
            </a:pPr>
            <a:r>
              <a:rPr lang="en-US" sz="2000" b="1">
                <a:latin typeface="Times New Roman" panose="02020603050405020304"/>
                <a:cs typeface="Times New Roman" panose="02020603050405020304"/>
              </a:rPr>
              <a:t>1. Detection-Related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Accurate detection of rail wheels inside loaded trucks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Differentiating wheels from similar circular objects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Handling multiple wheels in a single video frame</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Maintaining detection accuracy under varying lighting conditions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2. Backend Integration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Integrating object detection output with Flask REST APIs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Processing real-time detection results efficiently</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Managing structured API responses</a:t>
            </a:r>
            <a:endParaRPr lang="en-US" sz="2000">
              <a:latin typeface="Times New Roman" panose="02020603050405020304"/>
              <a:cs typeface="Times New Roman" panose="02020603050405020304"/>
            </a:endParaRPr>
          </a:p>
          <a:p>
            <a:pPr>
              <a:buNone/>
            </a:pPr>
            <a:r>
              <a:rPr lang="en-US" sz="2000" b="1">
                <a:latin typeface="Times New Roman" panose="02020603050405020304"/>
                <a:cs typeface="Times New Roman" panose="02020603050405020304"/>
              </a:rPr>
              <a:t>3. Database Management Challenges</a:t>
            </a:r>
            <a:endParaRPr lang="en-US" sz="2000" b="1">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Designing proper schema for vehicle and wheel records</a:t>
            </a:r>
            <a:endParaRPr lang="en-US" sz="2000">
              <a:latin typeface="Times New Roman" panose="02020603050405020304"/>
              <a:cs typeface="Times New Roman" panose="02020603050405020304"/>
            </a:endParaRPr>
          </a:p>
          <a:p>
            <a:pPr>
              <a:buFont typeface="Arial" panose="020B0604020202020204"/>
              <a:buChar char="•"/>
            </a:pPr>
            <a:r>
              <a:rPr lang="en-US" sz="2000">
                <a:latin typeface="Times New Roman" panose="02020603050405020304"/>
                <a:ea typeface="+mn-lt"/>
                <a:cs typeface="Times New Roman" panose="02020603050405020304"/>
              </a:rPr>
              <a:t>Preventing duplicate inward/outward entries</a:t>
            </a:r>
            <a:endParaRPr lang="en-US" sz="2000">
              <a:latin typeface="Times New Roman" panose="02020603050405020304"/>
              <a:cs typeface="Times New Roman" panose="02020603050405020304"/>
            </a:endParaRPr>
          </a:p>
          <a:p>
            <a:pPr>
              <a:buFont typeface="Arial" panose="020B0604020202020204"/>
              <a:buChar char="•"/>
            </a:pPr>
            <a:r>
              <a:rPr lang="en-US" sz="2000" dirty="0">
                <a:latin typeface="Times New Roman" panose="02020603050405020304"/>
                <a:ea typeface="+mn-lt"/>
                <a:cs typeface="Times New Roman" panose="02020603050405020304"/>
              </a:rPr>
              <a:t>Ensuring accurate data storage and retrieval</a:t>
            </a:r>
            <a:endParaRPr lang="en-US" sz="2000" dirty="0">
              <a:latin typeface="Times New Roman" panose="020206030504050203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a:p>
            <a:pPr>
              <a:buNone/>
            </a:pPr>
            <a:endParaRPr lang="en-US" sz="2000" dirty="0">
              <a:latin typeface="Times New Roman" panose="02020603050405020304"/>
              <a:ea typeface="Calibri" panose="020F0502020204030204"/>
              <a:cs typeface="Times New Roman" panose="02020603050405020304"/>
            </a:endParaRPr>
          </a:p>
          <a:p>
            <a:pPr marL="0" indent="0">
              <a:buNone/>
            </a:pPr>
            <a:endParaRPr lang="en-US" sz="20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430" y="259715"/>
            <a:ext cx="10515600" cy="807979"/>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Objectives of the 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586230"/>
            <a:ext cx="9789160" cy="4251325"/>
          </a:xfrm>
        </p:spPr>
        <p:txBody>
          <a:bodyPr vert="horz" lIns="91440" tIns="45720" rIns="91440" bIns="45720" rtlCol="0" anchor="ctr">
            <a:noAutofit/>
          </a:bodyPr>
          <a:lstStyle/>
          <a:p>
            <a:pPr>
              <a:buNone/>
            </a:pPr>
            <a:r>
              <a:rPr lang="en-US" sz="2400" b="1">
                <a:latin typeface="Times New Roman" panose="02020603050405020304"/>
                <a:cs typeface="Times New Roman" panose="02020603050405020304"/>
              </a:rPr>
              <a:t>Primary Objectives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Automate vehicle entry and exit monitoring at factory gates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Detect and count rail wheels loaded inside trucks using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Store inward and outward movement records in a centralized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Reduce manual counting errors and improve operational efficiency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Develop a scalable web-based monitoring dashboard</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Technical Objectives </a:t>
            </a:r>
            <a:endParaRPr lang="en-US" sz="2400" b="1">
              <a:latin typeface="Times New Roman" panose="02020603050405020304"/>
              <a:ea typeface="Calibri" panose="020F0502020204030204"/>
              <a:cs typeface="Times New Roman" panose="02020603050405020304"/>
            </a:endParaRPr>
          </a:p>
          <a:p>
            <a:r>
              <a:rPr lang="en-US" sz="2400">
                <a:latin typeface="Times New Roman" panose="02020603050405020304"/>
                <a:ea typeface="+mn-lt"/>
                <a:cs typeface="Times New Roman" panose="02020603050405020304"/>
              </a:rPr>
              <a:t>Integrate detection module with Flask backend</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Implement SQL database for structured record storage</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Enable API-based data communication between modules</a:t>
            </a:r>
            <a:endParaRPr lang="en-US" sz="2400">
              <a:latin typeface="Times New Roman" panose="02020603050405020304"/>
              <a:cs typeface="Times New Roman" panose="02020603050405020304"/>
            </a:endParaRPr>
          </a:p>
          <a:p>
            <a:r>
              <a:rPr lang="en-US" sz="2400">
                <a:latin typeface="Times New Roman" panose="02020603050405020304"/>
                <a:ea typeface="+mn-lt"/>
                <a:cs typeface="Times New Roman" panose="02020603050405020304"/>
              </a:rPr>
              <a:t>Validate system workflow through testing</a:t>
            </a:r>
            <a:endParaRPr lang="en-US" sz="240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525" y="248285"/>
            <a:ext cx="10515600" cy="757292"/>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Literature Review</a:t>
            </a:r>
            <a:endParaRPr lang="en-US" sz="4000">
              <a:solidFill>
                <a:schemeClr val="accent1">
                  <a:lumMod val="76000"/>
                </a:schemeClr>
              </a:solidFill>
              <a:latin typeface="Times New Roman" panose="020206030504050203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graphicFrame>
        <p:nvGraphicFramePr>
          <p:cNvPr id="8" name="Table 7"/>
          <p:cNvGraphicFramePr/>
          <p:nvPr>
            <p:custDataLst>
              <p:tags r:id="rId1"/>
            </p:custDataLst>
          </p:nvPr>
        </p:nvGraphicFramePr>
        <p:xfrm>
          <a:off x="838200" y="948690"/>
          <a:ext cx="10564495" cy="4700270"/>
        </p:xfrm>
        <a:graphic>
          <a:graphicData uri="http://schemas.openxmlformats.org/drawingml/2006/table">
            <a:tbl>
              <a:tblPr firstRow="1" bandRow="1">
                <a:tableStyleId>{5C22544A-7EE6-4342-B048-85BDC9FD1C3A}</a:tableStyleId>
              </a:tblPr>
              <a:tblGrid>
                <a:gridCol w="867410"/>
                <a:gridCol w="2654300"/>
                <a:gridCol w="1760855"/>
                <a:gridCol w="1760220"/>
                <a:gridCol w="1760855"/>
                <a:gridCol w="1760855"/>
              </a:tblGrid>
              <a:tr h="521335">
                <a:tc>
                  <a:txBody>
                    <a:bodyPr/>
                    <a:p>
                      <a:pPr algn="ctr"/>
                      <a:r>
                        <a:rPr sz="1400"/>
                        <a:t>S.No</a:t>
                      </a:r>
                      <a:endParaRPr sz="1400"/>
                    </a:p>
                  </a:txBody>
                  <a:tcPr marL="0" marR="0" marT="0" marB="0" anchor="ctr" anchorCtr="0"/>
                </a:tc>
                <a:tc>
                  <a:txBody>
                    <a:bodyPr/>
                    <a:p>
                      <a:pPr algn="ctr"/>
                      <a:r>
                        <a:rPr sz="1400"/>
                        <a:t>Title of the Paper</a:t>
                      </a:r>
                      <a:endParaRPr sz="1400"/>
                    </a:p>
                  </a:txBody>
                  <a:tcPr marL="0" marR="0" marT="0" marB="0" anchor="ctr" anchorCtr="0"/>
                </a:tc>
                <a:tc>
                  <a:txBody>
                    <a:bodyPr/>
                    <a:p>
                      <a:pPr algn="ctr"/>
                      <a:r>
                        <a:rPr sz="1400"/>
                        <a:t>Year</a:t>
                      </a:r>
                      <a:endParaRPr sz="1400"/>
                    </a:p>
                  </a:txBody>
                  <a:tcPr marL="0" marR="0" marT="0" marB="0" anchor="ctr" anchorCtr="0"/>
                </a:tc>
                <a:tc>
                  <a:txBody>
                    <a:bodyPr/>
                    <a:p>
                      <a:pPr algn="ctr"/>
                      <a:r>
                        <a:rPr sz="1400"/>
                        <a:t>Algorithm / Technique Used</a:t>
                      </a:r>
                      <a:endParaRPr sz="1400"/>
                    </a:p>
                  </a:txBody>
                  <a:tcPr marL="0" marR="0" marT="0" marB="0" anchor="ctr" anchorCtr="0"/>
                </a:tc>
                <a:tc>
                  <a:txBody>
                    <a:bodyPr/>
                    <a:p>
                      <a:pPr algn="ctr"/>
                      <a:r>
                        <a:rPr sz="1400"/>
                        <a:t>Advantages</a:t>
                      </a:r>
                      <a:endParaRPr sz="1400"/>
                    </a:p>
                  </a:txBody>
                  <a:tcPr marL="0" marR="0" marT="0" marB="0" anchor="ctr" anchorCtr="0"/>
                </a:tc>
                <a:tc>
                  <a:txBody>
                    <a:bodyPr/>
                    <a:p>
                      <a:pPr algn="ctr"/>
                      <a:r>
                        <a:rPr sz="1400"/>
                        <a:t>Disadvantages</a:t>
                      </a:r>
                      <a:endParaRPr sz="1400"/>
                    </a:p>
                  </a:txBody>
                  <a:tcPr marL="0" marR="0" marT="0" marB="0" anchor="ctr" anchorCtr="0"/>
                </a:tc>
              </a:tr>
              <a:tr h="929005">
                <a:tc>
                  <a:txBody>
                    <a:bodyPr/>
                    <a:p>
                      <a:pPr algn="ctr"/>
                      <a:r>
                        <a:rPr sz="1400"/>
                        <a:t>1</a:t>
                      </a:r>
                      <a:endParaRPr sz="1400"/>
                    </a:p>
                  </a:txBody>
                  <a:tcPr marL="0" marR="0" marT="0" marB="0" anchor="ctr" anchorCtr="0"/>
                </a:tc>
                <a:tc>
                  <a:txBody>
                    <a:bodyPr/>
                    <a:p>
                      <a:pPr algn="ctr"/>
                      <a:r>
                        <a:rPr sz="1400"/>
                        <a:t>Research on the Method of Foreign Object Detection for Railway Tracks Based on Deep Learning</a:t>
                      </a:r>
                      <a:endParaRPr sz="1400"/>
                    </a:p>
                  </a:txBody>
                  <a:tcPr marL="0" marR="0" marT="0" marB="0" anchor="ctr" anchorCtr="0"/>
                </a:tc>
                <a:tc>
                  <a:txBody>
                    <a:bodyPr/>
                    <a:p>
                      <a:pPr algn="ctr"/>
                      <a:r>
                        <a:rPr sz="1400"/>
                        <a:t>2024</a:t>
                      </a:r>
                      <a:endParaRPr sz="1400"/>
                    </a:p>
                  </a:txBody>
                  <a:tcPr marL="0" marR="0" marT="0" marB="0" anchor="ctr" anchorCtr="0"/>
                </a:tc>
                <a:tc>
                  <a:txBody>
                    <a:bodyPr/>
                    <a:p>
                      <a:pPr algn="ctr"/>
                      <a:r>
                        <a:rPr sz="1400"/>
                        <a:t>Deep Learning + Enhanced UNet Segmentation</a:t>
                      </a:r>
                      <a:endParaRPr sz="1400"/>
                    </a:p>
                  </a:txBody>
                  <a:tcPr marL="0" marR="0" marT="0" marB="0" anchor="ctr" anchorCtr="0"/>
                </a:tc>
                <a:tc>
                  <a:txBody>
                    <a:bodyPr/>
                    <a:p>
                      <a:pPr algn="ctr"/>
                      <a:r>
                        <a:rPr sz="1400"/>
                        <a:t>Accurate detection of objects on railway tracks and improved segmentation</a:t>
                      </a:r>
                      <a:endParaRPr sz="1400"/>
                    </a:p>
                  </a:txBody>
                  <a:tcPr marL="0" marR="0" marT="0" marB="0" anchor="ctr" anchorCtr="0"/>
                </a:tc>
                <a:tc>
                  <a:txBody>
                    <a:bodyPr/>
                    <a:p>
                      <a:pPr algn="ctr"/>
                      <a:r>
                        <a:rPr sz="1400"/>
                        <a:t>Requires large training datasets and high computing resources</a:t>
                      </a:r>
                      <a:endParaRPr sz="1400"/>
                    </a:p>
                  </a:txBody>
                  <a:tcPr marL="0" marR="0" marT="0" marB="0" anchor="ctr" anchorCtr="0"/>
                </a:tc>
              </a:tr>
              <a:tr h="928370">
                <a:tc>
                  <a:txBody>
                    <a:bodyPr/>
                    <a:p>
                      <a:pPr algn="ctr"/>
                      <a:r>
                        <a:rPr sz="1400"/>
                        <a:t>2</a:t>
                      </a:r>
                      <a:endParaRPr sz="1400"/>
                    </a:p>
                  </a:txBody>
                  <a:tcPr marL="0" marR="0" marT="0" marB="0" anchor="ctr" anchorCtr="0"/>
                </a:tc>
                <a:tc>
                  <a:txBody>
                    <a:bodyPr/>
                    <a:p>
                      <a:pPr algn="ctr"/>
                      <a:r>
                        <a:rPr sz="1400"/>
                        <a:t>Rail Surface Defect Detection Based on an Improved YOLOv5s</a:t>
                      </a:r>
                      <a:endParaRPr sz="1400"/>
                    </a:p>
                  </a:txBody>
                  <a:tcPr marL="0" marR="0" marT="0" marB="0" anchor="ctr" anchorCtr="0"/>
                </a:tc>
                <a:tc>
                  <a:txBody>
                    <a:bodyPr/>
                    <a:p>
                      <a:pPr algn="ctr"/>
                      <a:r>
                        <a:rPr sz="1400"/>
                        <a:t>2023</a:t>
                      </a:r>
                      <a:endParaRPr sz="1400"/>
                    </a:p>
                  </a:txBody>
                  <a:tcPr marL="0" marR="0" marT="0" marB="0" anchor="ctr" anchorCtr="0"/>
                </a:tc>
                <a:tc>
                  <a:txBody>
                    <a:bodyPr/>
                    <a:p>
                      <a:pPr algn="ctr"/>
                      <a:r>
                        <a:rPr sz="1400"/>
                        <a:t>Improved YOLOv5 Object Detection</a:t>
                      </a:r>
                      <a:endParaRPr sz="1400"/>
                    </a:p>
                  </a:txBody>
                  <a:tcPr marL="0" marR="0" marT="0" marB="0" anchor="ctr" anchorCtr="0"/>
                </a:tc>
                <a:tc>
                  <a:txBody>
                    <a:bodyPr/>
                    <a:p>
                      <a:pPr algn="ctr"/>
                      <a:r>
                        <a:rPr sz="1400"/>
                        <a:t>Fast and accurate rail defect detection and real-time monitoring</a:t>
                      </a:r>
                      <a:endParaRPr sz="1400"/>
                    </a:p>
                  </a:txBody>
                  <a:tcPr marL="0" marR="0" marT="0" marB="0" anchor="ctr" anchorCtr="0"/>
                </a:tc>
                <a:tc>
                  <a:txBody>
                    <a:bodyPr/>
                    <a:p>
                      <a:pPr algn="ctr"/>
                      <a:r>
                        <a:rPr sz="1400"/>
                        <a:t>Performance affected by low contrast between defects and background</a:t>
                      </a:r>
                      <a:endParaRPr sz="1400"/>
                    </a:p>
                  </a:txBody>
                  <a:tcPr marL="0" marR="0" marT="0" marB="0" anchor="ctr" anchorCtr="0"/>
                </a:tc>
              </a:tr>
              <a:tr h="696595">
                <a:tc>
                  <a:txBody>
                    <a:bodyPr/>
                    <a:p>
                      <a:pPr algn="ctr"/>
                      <a:r>
                        <a:rPr sz="1400"/>
                        <a:t>3</a:t>
                      </a:r>
                      <a:endParaRPr sz="1400"/>
                    </a:p>
                  </a:txBody>
                  <a:tcPr marL="0" marR="0" marT="0" marB="0" anchor="ctr" anchorCtr="0"/>
                </a:tc>
                <a:tc>
                  <a:txBody>
                    <a:bodyPr/>
                    <a:p>
                      <a:pPr algn="ctr"/>
                      <a:r>
                        <a:rPr sz="1400"/>
                        <a:t>Detection of Foreign Objects Around the Railway Line with YOLOv8</a:t>
                      </a:r>
                      <a:endParaRPr sz="1400"/>
                    </a:p>
                  </a:txBody>
                  <a:tcPr marL="0" marR="0" marT="0" marB="0" anchor="ctr" anchorCtr="0"/>
                </a:tc>
                <a:tc>
                  <a:txBody>
                    <a:bodyPr/>
                    <a:p>
                      <a:pPr algn="ctr"/>
                      <a:r>
                        <a:rPr sz="1400"/>
                        <a:t>2023</a:t>
                      </a:r>
                      <a:endParaRPr sz="1400"/>
                    </a:p>
                  </a:txBody>
                  <a:tcPr marL="0" marR="0" marT="0" marB="0" anchor="ctr" anchorCtr="0"/>
                </a:tc>
                <a:tc>
                  <a:txBody>
                    <a:bodyPr/>
                    <a:p>
                      <a:pPr algn="ctr"/>
                      <a:r>
                        <a:rPr sz="1400"/>
                        <a:t>YOLOv8 Deep Learning Model</a:t>
                      </a:r>
                      <a:endParaRPr sz="1400"/>
                    </a:p>
                  </a:txBody>
                  <a:tcPr marL="0" marR="0" marT="0" marB="0" anchor="ctr" anchorCtr="0"/>
                </a:tc>
                <a:tc>
                  <a:txBody>
                    <a:bodyPr/>
                    <a:p>
                      <a:pPr algn="ctr"/>
                      <a:r>
                        <a:rPr sz="1400"/>
                        <a:t>High detection accuracy (around 88% mAP) and fast processing</a:t>
                      </a:r>
                      <a:endParaRPr sz="1400"/>
                    </a:p>
                  </a:txBody>
                  <a:tcPr marL="0" marR="0" marT="0" marB="0" anchor="ctr" anchorCtr="0"/>
                </a:tc>
                <a:tc>
                  <a:txBody>
                    <a:bodyPr/>
                    <a:p>
                      <a:pPr algn="ctr"/>
                      <a:r>
                        <a:rPr sz="1400"/>
                        <a:t>Needs labeled datasets and GPU resources</a:t>
                      </a:r>
                      <a:endParaRPr sz="1400"/>
                    </a:p>
                  </a:txBody>
                  <a:tcPr marL="0" marR="0" marT="0" marB="0" anchor="ctr" anchorCtr="0"/>
                </a:tc>
              </a:tr>
              <a:tr h="928370">
                <a:tc>
                  <a:txBody>
                    <a:bodyPr/>
                    <a:p>
                      <a:pPr algn="ctr"/>
                      <a:r>
                        <a:rPr sz="1400"/>
                        <a:t>4</a:t>
                      </a:r>
                      <a:endParaRPr sz="1400"/>
                    </a:p>
                  </a:txBody>
                  <a:tcPr marL="0" marR="0" marT="0" marB="0" anchor="ctr" anchorCtr="0"/>
                </a:tc>
                <a:tc>
                  <a:txBody>
                    <a:bodyPr/>
                    <a:p>
                      <a:pPr algn="ctr"/>
                      <a:r>
                        <a:rPr sz="1400"/>
                        <a:t>An Intelligent Railway Surveillance Framework Based on Recognition of Object and Railway Track Using Deep Learning</a:t>
                      </a:r>
                      <a:endParaRPr sz="1400"/>
                    </a:p>
                  </a:txBody>
                  <a:tcPr marL="0" marR="0" marT="0" marB="0" anchor="ctr" anchorCtr="0"/>
                </a:tc>
                <a:tc>
                  <a:txBody>
                    <a:bodyPr/>
                    <a:p>
                      <a:pPr algn="ctr"/>
                      <a:r>
                        <a:rPr sz="1400"/>
                        <a:t>2022</a:t>
                      </a:r>
                      <a:endParaRPr sz="1400"/>
                    </a:p>
                  </a:txBody>
                  <a:tcPr marL="0" marR="0" marT="0" marB="0" anchor="ctr" anchorCtr="0"/>
                </a:tc>
                <a:tc>
                  <a:txBody>
                    <a:bodyPr/>
                    <a:p>
                      <a:pPr algn="ctr"/>
                      <a:r>
                        <a:rPr sz="1400"/>
                        <a:t>Faster-RCNN + Thermal Imaging + SVD</a:t>
                      </a:r>
                      <a:endParaRPr sz="1400"/>
                    </a:p>
                  </a:txBody>
                  <a:tcPr marL="0" marR="0" marT="0" marB="0" anchor="ctr" anchorCtr="0"/>
                </a:tc>
                <a:tc>
                  <a:txBody>
                    <a:bodyPr/>
                    <a:p>
                      <a:pPr algn="ctr"/>
                      <a:r>
                        <a:rPr sz="1400"/>
                        <a:t>Detects obstacles and improves railway safety</a:t>
                      </a:r>
                      <a:endParaRPr sz="1400"/>
                    </a:p>
                  </a:txBody>
                  <a:tcPr marL="0" marR="0" marT="0" marB="0" anchor="ctr" anchorCtr="0"/>
                </a:tc>
                <a:tc>
                  <a:txBody>
                    <a:bodyPr/>
                    <a:p>
                      <a:pPr algn="ctr"/>
                      <a:r>
                        <a:rPr sz="1400"/>
                        <a:t>Complex implementation and slower computation</a:t>
                      </a:r>
                      <a:endParaRPr sz="1400"/>
                    </a:p>
                  </a:txBody>
                  <a:tcPr marL="0" marR="0" marT="0" marB="0" anchor="ctr" anchorCtr="0"/>
                </a:tc>
              </a:tr>
              <a:tr h="696595">
                <a:tc>
                  <a:txBody>
                    <a:bodyPr/>
                    <a:p>
                      <a:pPr algn="ctr"/>
                      <a:r>
                        <a:rPr sz="1400"/>
                        <a:t>5</a:t>
                      </a:r>
                      <a:endParaRPr sz="1400"/>
                    </a:p>
                  </a:txBody>
                  <a:tcPr marL="0" marR="0" marT="0" marB="0" anchor="ctr" anchorCtr="0"/>
                </a:tc>
                <a:tc>
                  <a:txBody>
                    <a:bodyPr/>
                    <a:p>
                      <a:pPr algn="ctr"/>
                      <a:r>
                        <a:rPr sz="1400"/>
                        <a:t>Improved YOLOv5 Based on Attention Mechanism for Foreign Object Detection on Railway Tracks</a:t>
                      </a:r>
                      <a:endParaRPr sz="1400"/>
                    </a:p>
                  </a:txBody>
                  <a:tcPr marL="0" marR="0" marT="0" marB="0" anchor="ctr" anchorCtr="0"/>
                </a:tc>
                <a:tc>
                  <a:txBody>
                    <a:bodyPr/>
                    <a:p>
                      <a:pPr algn="ctr"/>
                      <a:r>
                        <a:rPr sz="1400"/>
                        <a:t>2024</a:t>
                      </a:r>
                      <a:endParaRPr sz="1400"/>
                    </a:p>
                  </a:txBody>
                  <a:tcPr marL="0" marR="0" marT="0" marB="0" anchor="ctr" anchorCtr="0"/>
                </a:tc>
                <a:tc>
                  <a:txBody>
                    <a:bodyPr/>
                    <a:p>
                      <a:pPr algn="ctr"/>
                      <a:r>
                        <a:rPr sz="1400"/>
                        <a:t>YOLOv5 + Attention Mechanism + FasterNet</a:t>
                      </a:r>
                      <a:endParaRPr sz="1400"/>
                    </a:p>
                  </a:txBody>
                  <a:tcPr marL="0" marR="0" marT="0" marB="0" anchor="ctr" anchorCtr="0"/>
                </a:tc>
                <a:tc>
                  <a:txBody>
                    <a:bodyPr/>
                    <a:p>
                      <a:pPr algn="ctr"/>
                      <a:r>
                        <a:rPr sz="1400"/>
                        <a:t>Improved precision and reduced model parameters</a:t>
                      </a:r>
                      <a:endParaRPr sz="1400"/>
                    </a:p>
                  </a:txBody>
                  <a:tcPr marL="0" marR="0" marT="0" marB="0" anchor="ctr" anchorCtr="0"/>
                </a:tc>
                <a:tc>
                  <a:txBody>
                    <a:bodyPr/>
                    <a:p>
                      <a:pPr algn="ctr"/>
                      <a:r>
                        <a:rPr sz="1400"/>
                        <a:t>Model still requires high-quality datasets</a:t>
                      </a:r>
                      <a:endParaRPr sz="1400"/>
                    </a:p>
                  </a:txBody>
                  <a:tcPr marL="0" marR="0" marT="0" marB="0" anchor="ctr" anchorCtr="0"/>
                </a:tc>
              </a:tr>
            </a:tbl>
          </a:graphicData>
        </a:graphic>
      </p:graphicFrame>
      <p:sp>
        <p:nvSpPr>
          <p:cNvPr id="10" name="Text Box 9"/>
          <p:cNvSpPr txBox="1"/>
          <p:nvPr/>
        </p:nvSpPr>
        <p:spPr>
          <a:xfrm>
            <a:off x="308610" y="5455285"/>
            <a:ext cx="4064000" cy="368300"/>
          </a:xfrm>
          <a:prstGeom prst="rect">
            <a:avLst/>
          </a:prstGeom>
          <a:noFill/>
        </p:spPr>
        <p:txBody>
          <a:bodyPr wrap="square" rtlCol="0">
            <a:spAutoFit/>
          </a:bodyPr>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3550" y="365125"/>
            <a:ext cx="10515600" cy="770208"/>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Proposed System / Work</a:t>
            </a:r>
            <a:endParaRPr lang="en-US" sz="4000">
              <a:solidFill>
                <a:schemeClr val="accent1">
                  <a:lumMod val="76000"/>
                </a:schemeClr>
              </a:solidFill>
              <a:latin typeface="Times New Roman" panose="02020603050405020304"/>
              <a:cs typeface="Times New Roman" panose="02020603050405020304"/>
            </a:endParaRPr>
          </a:p>
        </p:txBody>
      </p:sp>
      <p:sp>
        <p:nvSpPr>
          <p:cNvPr id="3" name="Content Placeholder 2"/>
          <p:cNvSpPr>
            <a:spLocks noGrp="1"/>
          </p:cNvSpPr>
          <p:nvPr>
            <p:ph idx="1"/>
          </p:nvPr>
        </p:nvSpPr>
        <p:spPr>
          <a:xfrm>
            <a:off x="838200" y="1135380"/>
            <a:ext cx="9766300" cy="4476115"/>
          </a:xfrm>
        </p:spPr>
        <p:txBody>
          <a:bodyPr vert="horz" lIns="91440" tIns="45720" rIns="91440" bIns="45720" rtlCol="0" anchor="t">
            <a:noAutofit/>
          </a:bodyPr>
          <a:lstStyle/>
          <a:p>
            <a:pPr>
              <a:buNone/>
            </a:pPr>
            <a:r>
              <a:rPr lang="en-US" sz="2400" b="1">
                <a:latin typeface="Times New Roman" panose="02020603050405020304"/>
                <a:ea typeface="+mn-lt"/>
                <a:cs typeface="Times New Roman" panose="02020603050405020304"/>
              </a:rPr>
              <a:t>Proposed System</a:t>
            </a:r>
            <a:endParaRPr lang="en-US" sz="2400" b="1">
              <a:latin typeface="Times New Roman" panose="02020603050405020304"/>
              <a:cs typeface="Times New Roman" panose="02020603050405020304"/>
            </a:endParaRPr>
          </a:p>
          <a:p>
            <a:pPr>
              <a:buNone/>
            </a:pPr>
            <a:r>
              <a:rPr lang="en-US" sz="2400">
                <a:latin typeface="Times New Roman" panose="02020603050405020304"/>
                <a:ea typeface="+mn-lt"/>
                <a:cs typeface="Times New Roman" panose="02020603050405020304"/>
              </a:rPr>
              <a:t>The proposed system automates vehicle and rail wheel</a:t>
            </a:r>
            <a:endParaRPr lang="en-US" sz="2400" dirty="0">
              <a:latin typeface="Times New Roman" panose="02020603050405020304"/>
              <a:ea typeface="+mn-lt"/>
              <a:cs typeface="Times New Roman" panose="02020603050405020304"/>
            </a:endParaRPr>
          </a:p>
          <a:p>
            <a:pPr>
              <a:buNone/>
            </a:pPr>
            <a:r>
              <a:rPr lang="en-US" sz="2400" dirty="0">
                <a:latin typeface="Times New Roman" panose="02020603050405020304"/>
                <a:ea typeface="+mn-lt"/>
                <a:cs typeface="Times New Roman" panose="02020603050405020304"/>
              </a:rPr>
              <a:t>monitoring using object detection and full-stack Integrat</a:t>
            </a:r>
            <a:r>
              <a:rPr lang="en-US" sz="2400">
                <a:latin typeface="Times New Roman" panose="02020603050405020304"/>
                <a:ea typeface="+mn-lt"/>
                <a:cs typeface="Times New Roman" panose="02020603050405020304"/>
              </a:rPr>
              <a:t>ion.</a:t>
            </a:r>
            <a:endParaRPr lang="en-US" sz="2400">
              <a:latin typeface="Times New Roman" panose="02020603050405020304"/>
              <a:cs typeface="Times New Roman" panose="02020603050405020304"/>
            </a:endParaRPr>
          </a:p>
          <a:p>
            <a:pPr>
              <a:buNone/>
            </a:pPr>
            <a:r>
              <a:rPr lang="en-US" sz="2400" b="1">
                <a:latin typeface="Times New Roman" panose="02020603050405020304"/>
                <a:cs typeface="Times New Roman" panose="02020603050405020304"/>
              </a:rPr>
              <a:t>System Flow</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Camera captures vehicle at factory gate</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Object detection identifies vehicle and rail wheels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Wheel count is generated automatically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Backend processes detection results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Data stored in SQL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Dashboard displays inward and outward records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ea typeface="Calibri" panose="020F0502020204030204"/>
              <a:cs typeface="Times New Roman" panose="02020603050405020304"/>
            </a:endParaRPr>
          </a:p>
          <a:p>
            <a:endParaRPr lang="en-US" sz="2400" b="1"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545" y="365125"/>
            <a:ext cx="10515600" cy="783123"/>
          </a:xfrm>
        </p:spPr>
        <p:txBody>
          <a:bodyPr>
            <a:normAutofit/>
          </a:bodyPr>
          <a:lstStyle/>
          <a:p>
            <a:r>
              <a:rPr lang="en-IN" sz="4000" b="1" dirty="0" smtClean="0">
                <a:solidFill>
                  <a:schemeClr val="accent1">
                    <a:lumMod val="75000"/>
                  </a:schemeClr>
                </a:solidFill>
                <a:latin typeface="Times New Roman" panose="02020603050405020304" pitchFamily="18" charset="0"/>
                <a:cs typeface="Times New Roman" panose="02020603050405020304" pitchFamily="18" charset="0"/>
                <a:sym typeface="+mn-ea"/>
              </a:rPr>
              <a:t>Problem Statement</a:t>
            </a:r>
            <a:endParaRPr lang="en-US" sz="4000" dirty="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509270" y="1358265"/>
            <a:ext cx="10707370" cy="468185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Problem Statement</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Vehicle entry and exit at factory gates are recorded manually.</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Rail wheel counting inside trucks depends on human inspection.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Manual counting increases the possibility of errors.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CCTV cameras are used only for surveillance, not automation.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No integrated system connects camera input, backend processing, and database storage.</a:t>
            </a:r>
            <a:endParaRPr lang="en-US" sz="2400">
              <a:latin typeface="Times New Roman" panose="02020603050405020304"/>
              <a:cs typeface="Times New Roman" panose="02020603050405020304"/>
            </a:endParaRPr>
          </a:p>
          <a:p>
            <a:pPr indent="0">
              <a:buNone/>
            </a:pPr>
            <a:r>
              <a:rPr lang="en-US" sz="2400">
                <a:latin typeface="Times New Roman" panose="02020603050405020304"/>
                <a:ea typeface="+mn-lt"/>
                <a:cs typeface="Times New Roman" panose="02020603050405020304"/>
              </a:rPr>
              <a:t>This results in lack of real-time tracking, reduced efficiency, and dependency on manual processes.</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269875"/>
            <a:ext cx="10515600" cy="480712"/>
          </a:xfrm>
        </p:spPr>
        <p:txBody>
          <a:bodyPr>
            <a:normAutofit fontScale="90000"/>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System Requirements</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688340" y="899795"/>
            <a:ext cx="10115550" cy="4670425"/>
          </a:xfrm>
        </p:spPr>
        <p:txBody>
          <a:bodyPr vert="horz" lIns="91440" tIns="45720" rIns="91440" bIns="45720" rtlCol="0" anchor="t">
            <a:noAutofit/>
          </a:bodyPr>
          <a:lstStyle/>
          <a:p>
            <a:pPr>
              <a:buNone/>
            </a:pPr>
            <a:r>
              <a:rPr lang="en-US" sz="2400" b="1">
                <a:latin typeface="Times New Roman" panose="02020603050405020304"/>
                <a:cs typeface="Times New Roman" panose="02020603050405020304"/>
              </a:rPr>
              <a:t>Hardware Requirements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CCTV / Industrial Camera at entry and exit gates</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Processing System (PC with sufficient RAM and GPU support if required)</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Stable Network Connectivity</a:t>
            </a:r>
            <a:endParaRPr lang="en-US" sz="2400">
              <a:latin typeface="Times New Roman" panose="02020603050405020304"/>
              <a:cs typeface="Times New Roman" panose="02020603050405020304"/>
            </a:endParaRPr>
          </a:p>
          <a:p>
            <a:pPr marL="0" indent="0">
              <a:buNone/>
            </a:pPr>
            <a:r>
              <a:rPr lang="en-US" sz="2400" b="1">
                <a:latin typeface="Times New Roman" panose="02020603050405020304"/>
                <a:cs typeface="Times New Roman" panose="02020603050405020304"/>
              </a:rPr>
              <a:t>Software Requirements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Python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Flask (Backend API)</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SQL Server (Database)</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OpenCV (Object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ReactJS (Web Dashboard)</a:t>
            </a:r>
            <a:endParaRPr lang="en-US" sz="2400">
              <a:latin typeface="Times New Roman" panose="02020603050405020304"/>
              <a:cs typeface="Times New Roman" panose="02020603050405020304"/>
            </a:endParaRPr>
          </a:p>
          <a:p>
            <a:pPr>
              <a:buFont typeface="Arial" panose="020B0604020202020204"/>
              <a:buChar char="•"/>
            </a:pPr>
            <a:r>
              <a:rPr lang="en-US" sz="2400" dirty="0">
                <a:latin typeface="Times New Roman" panose="02020603050405020304"/>
                <a:ea typeface="+mn-lt"/>
                <a:cs typeface="Times New Roman" panose="02020603050405020304"/>
              </a:rPr>
              <a:t>Postman (API Testing)</a:t>
            </a:r>
            <a:endParaRPr lang="en-US" sz="2400" dirty="0">
              <a:latin typeface="Times New Roman" panose="02020603050405020304"/>
              <a:cs typeface="Times New Roman" panose="02020603050405020304"/>
            </a:endParaRPr>
          </a:p>
          <a:p>
            <a:pPr marL="0" indent="0">
              <a:buNone/>
            </a:pPr>
            <a:endParaRPr lang="en-US" sz="2400" b="1" dirty="0">
              <a:ea typeface="Calibri" panose="020F0502020204030204"/>
              <a:cs typeface="Calibri" panose="020F0502020204030204"/>
            </a:endParaRPr>
          </a:p>
          <a:p>
            <a:endParaRPr lang="en-US" sz="2200" b="1" dirty="0">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5930" y="375285"/>
            <a:ext cx="10515600" cy="783123"/>
          </a:xfrm>
        </p:spPr>
        <p:txBody>
          <a:bodyPr>
            <a:normAutofit/>
          </a:bodyPr>
          <a:lstStyle/>
          <a:p>
            <a:r>
              <a:rPr lang="en-IN" sz="4000" b="1" dirty="0">
                <a:solidFill>
                  <a:schemeClr val="accent1">
                    <a:lumMod val="75000"/>
                  </a:schemeClr>
                </a:solidFill>
                <a:latin typeface="Times New Roman" panose="02020603050405020304" pitchFamily="18" charset="0"/>
                <a:cs typeface="Times New Roman" panose="02020603050405020304" pitchFamily="18" charset="0"/>
                <a:sym typeface="+mn-ea"/>
              </a:rPr>
              <a:t>Advantages of Proposed System/Work</a:t>
            </a:r>
            <a:endParaRPr lang="en-US" sz="4000">
              <a:solidFill>
                <a:schemeClr val="accent1">
                  <a:lumMod val="76000"/>
                </a:schemeClr>
              </a:solidFill>
              <a:latin typeface="Times New Roman" panose="02020603050405020304"/>
              <a:ea typeface="Calibri Light" panose="020F0302020204030204"/>
              <a:cs typeface="Calibri Light" panose="020F0302020204030204"/>
            </a:endParaRPr>
          </a:p>
        </p:txBody>
      </p:sp>
      <p:sp>
        <p:nvSpPr>
          <p:cNvPr id="3" name="Content Placeholder 2"/>
          <p:cNvSpPr>
            <a:spLocks noGrp="1"/>
          </p:cNvSpPr>
          <p:nvPr>
            <p:ph idx="1"/>
          </p:nvPr>
        </p:nvSpPr>
        <p:spPr>
          <a:xfrm>
            <a:off x="838200" y="1270270"/>
            <a:ext cx="10515600" cy="4002626"/>
          </a:xfrm>
        </p:spPr>
        <p:txBody>
          <a:bodyPr vert="horz" lIns="91440" tIns="45720" rIns="91440" bIns="45720" rtlCol="0" anchor="t">
            <a:normAutofit/>
          </a:bodyPr>
          <a:lstStyle/>
          <a:p>
            <a:pPr>
              <a:buNone/>
            </a:pPr>
            <a:r>
              <a:rPr lang="en-US" sz="2400" b="1">
                <a:latin typeface="Times New Roman" panose="02020603050405020304"/>
                <a:cs typeface="Times New Roman" panose="02020603050405020304"/>
              </a:rPr>
              <a:t>Future Enhancements</a:t>
            </a:r>
            <a:endParaRPr lang="en-US" sz="2400" b="1">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Improve detection accuracy using trained datasets</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Implement full number plate recognition (OCR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Complete real-time dashboard integration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Add automatic entry/exit direction detection</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Optimize system performance for live video processing</a:t>
            </a:r>
            <a:endParaRPr lang="en-US" sz="2400">
              <a:latin typeface="Times New Roman" panose="02020603050405020304"/>
              <a:cs typeface="Times New Roman" panose="02020603050405020304"/>
            </a:endParaRPr>
          </a:p>
          <a:p>
            <a:pPr>
              <a:buFont typeface="Arial" panose="020B0604020202020204"/>
              <a:buChar char="•"/>
            </a:pPr>
            <a:r>
              <a:rPr lang="en-US" sz="2400">
                <a:latin typeface="Times New Roman" panose="02020603050405020304"/>
                <a:ea typeface="+mn-lt"/>
                <a:cs typeface="Times New Roman" panose="02020603050405020304"/>
              </a:rPr>
              <a:t>Prepare system for deployment in real factory environment</a:t>
            </a:r>
            <a:endParaRPr lang="en-US" sz="2400">
              <a:latin typeface="Times New Roman" panose="02020603050405020304"/>
              <a:cs typeface="Times New Roman" panose="02020603050405020304"/>
            </a:endParaRPr>
          </a:p>
          <a:p>
            <a:pPr marL="0" indent="0">
              <a:buNone/>
            </a:pPr>
            <a:endParaRPr lang="en-US" sz="2400" b="1" dirty="0">
              <a:latin typeface="Times New Roman" panose="02020603050405020304"/>
              <a:cs typeface="Times New Roman" panose="02020603050405020304"/>
            </a:endParaRPr>
          </a:p>
          <a:p>
            <a:endParaRPr lang="en-US" sz="2400" dirty="0">
              <a:latin typeface="Times New Roman" panose="02020603050405020304"/>
              <a:ea typeface="Calibri" panose="020F0502020204030204"/>
              <a:cs typeface="Calibri" panose="020F05020202040302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4625" y="0"/>
            <a:ext cx="8435975" cy="790575"/>
          </a:xfrm>
        </p:spPr>
        <p:txBody>
          <a:bodyPr>
            <a:normAutofit/>
            <a:scene3d>
              <a:camera prst="orthographicFront"/>
              <a:lightRig rig="threePt" dir="t"/>
            </a:scene3d>
          </a:bodyPr>
          <a:p>
            <a:pPr algn="l"/>
            <a:r>
              <a:rPr lang="en-IN" sz="28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Design</a:t>
            </a:r>
            <a:endParaRPr lang="en-IN" sz="2800" b="1" dirty="0" smtClean="0">
              <a:solidFill>
                <a:schemeClr val="accent1">
                  <a:lumMod val="75000"/>
                </a:schemeClr>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sym typeface="+mn-ea"/>
            </a:endParaRPr>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
        <p:nvSpPr>
          <p:cNvPr id="9" name="Rectangles 8"/>
          <p:cNvSpPr/>
          <p:nvPr/>
        </p:nvSpPr>
        <p:spPr>
          <a:xfrm>
            <a:off x="2687955" y="790575"/>
            <a:ext cx="1645285" cy="569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Initialize Camera System</a:t>
            </a:r>
            <a:endParaRPr lang="en-US"/>
          </a:p>
        </p:txBody>
      </p:sp>
      <p:sp>
        <p:nvSpPr>
          <p:cNvPr id="10" name="Rectangles 9"/>
          <p:cNvSpPr/>
          <p:nvPr/>
        </p:nvSpPr>
        <p:spPr>
          <a:xfrm>
            <a:off x="2687955" y="1510665"/>
            <a:ext cx="1676400" cy="71437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Capture Vehicle Image</a:t>
            </a:r>
            <a:endParaRPr lang="en-US" altLang="en-US"/>
          </a:p>
          <a:p>
            <a:pPr algn="ctr"/>
            <a:r>
              <a:rPr lang="en-US" altLang="en-US"/>
              <a:t>or Video Frame</a:t>
            </a:r>
            <a:endParaRPr lang="en-US" altLang="en-US"/>
          </a:p>
        </p:txBody>
      </p:sp>
      <p:sp>
        <p:nvSpPr>
          <p:cNvPr id="11" name="Rectangles 10"/>
          <p:cNvSpPr/>
          <p:nvPr/>
        </p:nvSpPr>
        <p:spPr>
          <a:xfrm>
            <a:off x="2687320" y="2375535"/>
            <a:ext cx="1645285" cy="71628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Preprocess Image</a:t>
            </a:r>
            <a:endParaRPr lang="en-US" altLang="en-US"/>
          </a:p>
          <a:p>
            <a:pPr algn="ctr"/>
            <a:r>
              <a:rPr lang="en-US" altLang="en-US"/>
              <a:t>Using OpenCV</a:t>
            </a:r>
            <a:endParaRPr lang="en-US" altLang="en-US"/>
          </a:p>
        </p:txBody>
      </p:sp>
      <p:sp>
        <p:nvSpPr>
          <p:cNvPr id="12" name="Oval 11"/>
          <p:cNvSpPr/>
          <p:nvPr/>
        </p:nvSpPr>
        <p:spPr>
          <a:xfrm>
            <a:off x="2929890" y="116205"/>
            <a:ext cx="1276985" cy="52387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Start System</a:t>
            </a:r>
            <a:endParaRPr lang="en-US" altLang="en-US"/>
          </a:p>
        </p:txBody>
      </p:sp>
      <p:sp>
        <p:nvSpPr>
          <p:cNvPr id="13" name="Rectangles 12"/>
          <p:cNvSpPr/>
          <p:nvPr/>
        </p:nvSpPr>
        <p:spPr>
          <a:xfrm>
            <a:off x="2687955" y="3242310"/>
            <a:ext cx="1676400" cy="6350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Apply Object Detection</a:t>
            </a:r>
            <a:endParaRPr lang="en-US" altLang="en-US"/>
          </a:p>
          <a:p>
            <a:pPr algn="ctr"/>
            <a:r>
              <a:rPr lang="en-US" altLang="en-US"/>
              <a:t>Model</a:t>
            </a:r>
            <a:endParaRPr lang="en-US" altLang="en-US"/>
          </a:p>
        </p:txBody>
      </p:sp>
      <p:sp>
        <p:nvSpPr>
          <p:cNvPr id="14" name="Diamond 13"/>
          <p:cNvSpPr/>
          <p:nvPr/>
        </p:nvSpPr>
        <p:spPr>
          <a:xfrm>
            <a:off x="2496820" y="4154805"/>
            <a:ext cx="2025650" cy="858520"/>
          </a:xfrm>
          <a:prstGeom prst="diamond">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Is Vehicle</a:t>
            </a:r>
            <a:endParaRPr lang="en-US" altLang="en-US" sz="1600"/>
          </a:p>
          <a:p>
            <a:pPr algn="ctr"/>
            <a:r>
              <a:rPr lang="en-US" altLang="en-US" sz="1600"/>
              <a:t>Detected?</a:t>
            </a:r>
            <a:endParaRPr lang="en-US" altLang="en-US" sz="1600"/>
          </a:p>
        </p:txBody>
      </p:sp>
      <p:sp>
        <p:nvSpPr>
          <p:cNvPr id="3" name="Rectangles 2"/>
          <p:cNvSpPr/>
          <p:nvPr/>
        </p:nvSpPr>
        <p:spPr>
          <a:xfrm>
            <a:off x="4943475" y="4116705"/>
            <a:ext cx="1614170" cy="62801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a:t>Capture Next Frame</a:t>
            </a:r>
            <a:endParaRPr lang="en-US" altLang="en-US"/>
          </a:p>
        </p:txBody>
      </p:sp>
      <p:sp>
        <p:nvSpPr>
          <p:cNvPr id="6" name="Rectangles 5"/>
          <p:cNvSpPr/>
          <p:nvPr/>
        </p:nvSpPr>
        <p:spPr>
          <a:xfrm>
            <a:off x="292100" y="4138295"/>
            <a:ext cx="1648460" cy="60642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t>Detect Rail Wheels</a:t>
            </a:r>
            <a:endParaRPr lang="en-US" altLang="en-US" sz="1400"/>
          </a:p>
          <a:p>
            <a:pPr algn="ctr"/>
            <a:r>
              <a:rPr lang="en-US" altLang="en-US" sz="1400"/>
              <a:t>Inside the Truck</a:t>
            </a:r>
            <a:endParaRPr lang="en-US" altLang="en-US" sz="1400"/>
          </a:p>
        </p:txBody>
      </p:sp>
      <p:sp>
        <p:nvSpPr>
          <p:cNvPr id="7" name="Rectangles 6"/>
          <p:cNvSpPr/>
          <p:nvPr/>
        </p:nvSpPr>
        <p:spPr>
          <a:xfrm>
            <a:off x="2687320" y="5163820"/>
            <a:ext cx="1677670" cy="72517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Count Number</a:t>
            </a:r>
            <a:endParaRPr lang="en-US" altLang="en-US" sz="1600"/>
          </a:p>
          <a:p>
            <a:pPr algn="ctr"/>
            <a:r>
              <a:rPr lang="en-US" altLang="en-US" sz="1600"/>
              <a:t>of Rail Wheels</a:t>
            </a:r>
            <a:endParaRPr lang="en-US" altLang="en-US" sz="1600"/>
          </a:p>
        </p:txBody>
      </p:sp>
      <p:sp>
        <p:nvSpPr>
          <p:cNvPr id="8" name="Rectangles 7"/>
          <p:cNvSpPr/>
          <p:nvPr/>
        </p:nvSpPr>
        <p:spPr>
          <a:xfrm>
            <a:off x="6927850" y="1793875"/>
            <a:ext cx="1634490" cy="78676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400"/>
              <a:t>Send Detection Data</a:t>
            </a:r>
            <a:endParaRPr lang="en-US" altLang="en-US" sz="1400"/>
          </a:p>
          <a:p>
            <a:pPr algn="ctr"/>
            <a:r>
              <a:rPr lang="en-US" altLang="en-US" sz="1400"/>
              <a:t>to Flask Backend API</a:t>
            </a:r>
            <a:endParaRPr lang="en-US" altLang="en-US" sz="1400"/>
          </a:p>
        </p:txBody>
      </p:sp>
      <p:sp>
        <p:nvSpPr>
          <p:cNvPr id="15" name="Rectangles 14"/>
          <p:cNvSpPr/>
          <p:nvPr/>
        </p:nvSpPr>
        <p:spPr>
          <a:xfrm>
            <a:off x="6918960" y="2796540"/>
            <a:ext cx="1634490" cy="71818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Store Vehicle and</a:t>
            </a:r>
            <a:endParaRPr lang="en-US" altLang="en-US" sz="1600"/>
          </a:p>
          <a:p>
            <a:pPr algn="ctr"/>
            <a:r>
              <a:rPr lang="en-US" altLang="en-US" sz="1600"/>
              <a:t>Wheel Data in</a:t>
            </a:r>
            <a:endParaRPr lang="en-US" altLang="en-US" sz="1600"/>
          </a:p>
          <a:p>
            <a:pPr algn="ctr"/>
            <a:r>
              <a:rPr lang="en-US" altLang="en-US" sz="1600"/>
              <a:t>SQL Database</a:t>
            </a:r>
            <a:endParaRPr lang="en-US" altLang="en-US" sz="1600"/>
          </a:p>
        </p:txBody>
      </p:sp>
      <p:sp>
        <p:nvSpPr>
          <p:cNvPr id="16" name="Rectangles 15"/>
          <p:cNvSpPr/>
          <p:nvPr/>
        </p:nvSpPr>
        <p:spPr>
          <a:xfrm>
            <a:off x="6961505" y="3849370"/>
            <a:ext cx="1649095" cy="914400"/>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Display Monitoring</a:t>
            </a:r>
            <a:endParaRPr lang="en-US" altLang="en-US" sz="1600"/>
          </a:p>
          <a:p>
            <a:pPr algn="ctr"/>
            <a:r>
              <a:rPr lang="en-US" altLang="en-US" sz="1600"/>
              <a:t>Data in Web</a:t>
            </a:r>
            <a:endParaRPr lang="en-US" altLang="en-US" sz="1600"/>
          </a:p>
          <a:p>
            <a:pPr algn="ctr"/>
            <a:r>
              <a:rPr lang="en-US" altLang="en-US" sz="1600"/>
              <a:t>Dashboard</a:t>
            </a:r>
            <a:endParaRPr lang="en-US" altLang="en-US" sz="1600"/>
          </a:p>
        </p:txBody>
      </p:sp>
      <p:sp>
        <p:nvSpPr>
          <p:cNvPr id="17" name="Oval 16"/>
          <p:cNvSpPr/>
          <p:nvPr/>
        </p:nvSpPr>
        <p:spPr>
          <a:xfrm>
            <a:off x="7191375" y="5098415"/>
            <a:ext cx="1189990" cy="563245"/>
          </a:xfrm>
          <a:prstGeom prst="ellipse">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en-US" sz="1600"/>
              <a:t>End System</a:t>
            </a:r>
            <a:endParaRPr lang="en-US" altLang="en-US" sz="1600"/>
          </a:p>
        </p:txBody>
      </p:sp>
      <p:sp>
        <p:nvSpPr>
          <p:cNvPr id="18" name="Down Arrow 17"/>
          <p:cNvSpPr/>
          <p:nvPr/>
        </p:nvSpPr>
        <p:spPr>
          <a:xfrm>
            <a:off x="3519805" y="643255"/>
            <a:ext cx="104140" cy="147320"/>
          </a:xfrm>
          <a:prstGeom prst="downArrow">
            <a:avLst/>
          </a:prstGeom>
          <a:gradFill>
            <a:gsLst>
              <a:gs pos="50000">
                <a:schemeClr val="tx1"/>
              </a:gs>
              <a:gs pos="0">
                <a:schemeClr val="tx1">
                  <a:lumMod val="25000"/>
                  <a:lumOff val="75000"/>
                </a:schemeClr>
              </a:gs>
              <a:gs pos="100000">
                <a:schemeClr val="tx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9" name="Down Arrow 18"/>
          <p:cNvSpPr/>
          <p:nvPr/>
        </p:nvSpPr>
        <p:spPr>
          <a:xfrm>
            <a:off x="3521710" y="1343025"/>
            <a:ext cx="106045"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0" name="Down Arrow 19"/>
          <p:cNvSpPr/>
          <p:nvPr/>
        </p:nvSpPr>
        <p:spPr>
          <a:xfrm>
            <a:off x="3521710" y="2223770"/>
            <a:ext cx="138430" cy="13779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1" name="Down Arrow 20"/>
          <p:cNvSpPr/>
          <p:nvPr/>
        </p:nvSpPr>
        <p:spPr>
          <a:xfrm>
            <a:off x="3415665" y="3957955"/>
            <a:ext cx="212090"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3" name="Down Arrow 22"/>
          <p:cNvSpPr/>
          <p:nvPr/>
        </p:nvSpPr>
        <p:spPr>
          <a:xfrm>
            <a:off x="3405505" y="4982845"/>
            <a:ext cx="19050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7" name="Down Arrow 26"/>
          <p:cNvSpPr/>
          <p:nvPr/>
        </p:nvSpPr>
        <p:spPr>
          <a:xfrm>
            <a:off x="7586980" y="1553845"/>
            <a:ext cx="222885" cy="22415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8" name="Down Arrow 27"/>
          <p:cNvSpPr/>
          <p:nvPr/>
        </p:nvSpPr>
        <p:spPr>
          <a:xfrm>
            <a:off x="7629525" y="2626995"/>
            <a:ext cx="180340" cy="16954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29" name="Down Arrow 28"/>
          <p:cNvSpPr/>
          <p:nvPr/>
        </p:nvSpPr>
        <p:spPr>
          <a:xfrm>
            <a:off x="7629525" y="3604260"/>
            <a:ext cx="191135" cy="2228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0" name="Down Arrow 29"/>
          <p:cNvSpPr/>
          <p:nvPr/>
        </p:nvSpPr>
        <p:spPr>
          <a:xfrm>
            <a:off x="7651115" y="4851400"/>
            <a:ext cx="169545" cy="15938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32" name="Down Arrow 31"/>
          <p:cNvSpPr/>
          <p:nvPr/>
        </p:nvSpPr>
        <p:spPr>
          <a:xfrm>
            <a:off x="3469005" y="3093720"/>
            <a:ext cx="116840" cy="14859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cxnSp>
        <p:nvCxnSpPr>
          <p:cNvPr id="33" name="Elbow Connector 32"/>
          <p:cNvCxnSpPr>
            <a:stCxn id="14" idx="3"/>
          </p:cNvCxnSpPr>
          <p:nvPr/>
        </p:nvCxnSpPr>
        <p:spPr>
          <a:xfrm flipV="1">
            <a:off x="4522470" y="4366895"/>
            <a:ext cx="421005" cy="217170"/>
          </a:xfrm>
          <a:prstGeom prst="bentConnector3">
            <a:avLst>
              <a:gd name="adj1" fmla="val 50075"/>
            </a:avLst>
          </a:prstGeom>
          <a:ln>
            <a:tailEnd type="arrow"/>
          </a:ln>
        </p:spPr>
        <p:style>
          <a:lnRef idx="2">
            <a:schemeClr val="accent1"/>
          </a:lnRef>
          <a:fillRef idx="0">
            <a:srgbClr val="FFFFFF"/>
          </a:fillRef>
          <a:effectRef idx="0">
            <a:srgbClr val="FFFFFF"/>
          </a:effectRef>
          <a:fontRef idx="minor">
            <a:schemeClr val="tx1"/>
          </a:fontRef>
        </p:style>
      </p:cxnSp>
      <p:cxnSp>
        <p:nvCxnSpPr>
          <p:cNvPr id="34" name="Elbow Connector 33"/>
          <p:cNvCxnSpPr>
            <a:stCxn id="14" idx="1"/>
          </p:cNvCxnSpPr>
          <p:nvPr/>
        </p:nvCxnSpPr>
        <p:spPr>
          <a:xfrm rot="10800000">
            <a:off x="1940560" y="4356735"/>
            <a:ext cx="555625" cy="227330"/>
          </a:xfrm>
          <a:prstGeom prst="bentConnector3">
            <a:avLst>
              <a:gd name="adj1" fmla="val 49943"/>
            </a:avLst>
          </a:prstGeom>
          <a:ln>
            <a:tailEnd type="arrow"/>
          </a:ln>
        </p:spPr>
        <p:style>
          <a:lnRef idx="2">
            <a:schemeClr val="accent1"/>
          </a:lnRef>
          <a:fillRef idx="0">
            <a:srgbClr val="FFFFFF"/>
          </a:fillRef>
          <a:effectRef idx="0">
            <a:srgbClr val="FFFFFF"/>
          </a:effectRef>
          <a:fontRef idx="minor">
            <a:schemeClr val="tx1"/>
          </a:fontRef>
        </p:style>
      </p:cxnSp>
      <p:sp>
        <p:nvSpPr>
          <p:cNvPr id="36" name="Text Box 35"/>
          <p:cNvSpPr txBox="1"/>
          <p:nvPr/>
        </p:nvSpPr>
        <p:spPr>
          <a:xfrm>
            <a:off x="444500" y="3815080"/>
            <a:ext cx="2052320" cy="368300"/>
          </a:xfrm>
          <a:prstGeom prst="rect">
            <a:avLst/>
          </a:prstGeom>
          <a:noFill/>
        </p:spPr>
        <p:txBody>
          <a:bodyPr wrap="square" rtlCol="0">
            <a:spAutoFit/>
          </a:bodyPr>
          <a:p>
            <a:r>
              <a:rPr lang="en-US"/>
              <a:t>YES</a:t>
            </a:r>
            <a:endParaRPr lang="en-US"/>
          </a:p>
        </p:txBody>
      </p:sp>
      <p:sp>
        <p:nvSpPr>
          <p:cNvPr id="37" name="Text Box 36"/>
          <p:cNvSpPr txBox="1"/>
          <p:nvPr/>
        </p:nvSpPr>
        <p:spPr>
          <a:xfrm>
            <a:off x="5484495" y="3763645"/>
            <a:ext cx="4064000" cy="368300"/>
          </a:xfrm>
          <a:prstGeom prst="rect">
            <a:avLst/>
          </a:prstGeom>
          <a:noFill/>
        </p:spPr>
        <p:txBody>
          <a:bodyPr wrap="square" rtlCol="0">
            <a:spAutoFit/>
          </a:bodyPr>
          <a:p>
            <a:r>
              <a:rPr lang="en-US"/>
              <a:t>NO</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0340"/>
            <a:ext cx="6866255" cy="428625"/>
          </a:xfrm>
        </p:spPr>
        <p:txBody>
          <a:bodyPr>
            <a:noAutofit/>
          </a:bodyPr>
          <a:lstStyle/>
          <a:p>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(50%)</a:t>
            </a:r>
            <a:endPar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128905" y="608965"/>
            <a:ext cx="12190095" cy="5950585"/>
          </a:xfrm>
        </p:spPr>
        <p:txBody>
          <a:bodyPr vert="horz" lIns="91440" tIns="45720" rIns="91440" bIns="45720" rtlCol="0" anchor="t">
            <a:noAutofit/>
          </a:bodyPr>
          <a:lstStyle/>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Start System</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monitoring system is started and the required modules are initialized.</a:t>
            </a:r>
            <a:endParaRPr lang="en-US" altLang="en-US" sz="24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r>
              <a:rPr lang="en-US" altLang="en-US" sz="2400" b="1" dirty="0">
                <a:latin typeface="Times New Roman" panose="02020603050405020304"/>
                <a:ea typeface="Calibri" panose="020F0502020204030204"/>
                <a:cs typeface="Times New Roman" panose="02020603050405020304"/>
              </a:rPr>
              <a:t>Initialize Camera and Video Capture</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CCTV or connected camera is initialized to capture vehicle images or video frames at the factory gate.</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Capture Vehicle Image / Video Frame</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system continuously captures frames from the camera to monitor incoming vehicles.</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Preprocess Image using OpenCV</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captured frame is processed using OpenCV techniques such as resizing and filtering to improve detection performance.</a:t>
            </a:r>
            <a:endParaRPr lang="en-US" altLang="en-US" sz="2400" dirty="0">
              <a:latin typeface="Times New Roman" panose="02020603050405020304"/>
              <a:ea typeface="Calibri" panose="020F0502020204030204"/>
              <a:cs typeface="Times New Roman" panose="02020603050405020304"/>
            </a:endParaRPr>
          </a:p>
          <a:p>
            <a:pPr algn="l"/>
            <a:r>
              <a:rPr lang="en-US" altLang="en-US" sz="2400" b="1" dirty="0">
                <a:latin typeface="Times New Roman" panose="02020603050405020304"/>
                <a:ea typeface="Calibri" panose="020F0502020204030204"/>
                <a:cs typeface="Times New Roman" panose="02020603050405020304"/>
              </a:rPr>
              <a:t>Apply Object Detection Model</a:t>
            </a:r>
            <a:endParaRPr lang="en-US" altLang="en-US" sz="2400" b="1" dirty="0">
              <a:latin typeface="Times New Roman" panose="02020603050405020304"/>
              <a:ea typeface="Calibri" panose="020F0502020204030204"/>
              <a:cs typeface="Times New Roman" panose="02020603050405020304"/>
            </a:endParaRPr>
          </a:p>
          <a:p>
            <a:pPr algn="l">
              <a:buNone/>
            </a:pPr>
            <a:r>
              <a:rPr lang="en-US" altLang="en-US" sz="2400" dirty="0">
                <a:latin typeface="Times New Roman" panose="02020603050405020304"/>
                <a:ea typeface="Calibri" panose="020F0502020204030204"/>
                <a:cs typeface="Times New Roman" panose="02020603050405020304"/>
              </a:rPr>
              <a:t>The object detection algorithm is applied to identify vehicles and rail wheels present in the image.</a:t>
            </a:r>
            <a:endParaRPr lang="en-US" altLang="en-US" sz="24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endParaRPr lang="en-US" altLang="en-US" sz="24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fld id="{F32F6845-8F47-4AB8-B9CE-96D88E741707}" type="slidenum">
              <a:rPr lang="en-IN" smtClean="0"/>
            </a:fld>
            <a:endParaRPr lang="en-IN" dirty="0"/>
          </a:p>
        </p:txBody>
      </p:sp>
      <p:sp>
        <p:nvSpPr>
          <p:cNvPr id="6" name="Text Box 5"/>
          <p:cNvSpPr txBox="1"/>
          <p:nvPr/>
        </p:nvSpPr>
        <p:spPr>
          <a:xfrm>
            <a:off x="5591175" y="884555"/>
            <a:ext cx="6005195" cy="4351020"/>
          </a:xfrm>
          <a:prstGeom prst="rect">
            <a:avLst/>
          </a:prstGeom>
          <a:noFill/>
        </p:spPr>
        <p:txBody>
          <a:bodyPr wrap="square" rtlCol="0">
            <a:noAutofit/>
          </a:bodyPr>
          <a:p>
            <a:pPr algn="l"/>
            <a:endParaRPr lang="en-US" altLang="en-US" sz="1600" dirty="0">
              <a:latin typeface="Times New Roman" panose="02020603050405020304"/>
              <a:ea typeface="Calibri" panose="020F05020202040302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78105"/>
            <a:ext cx="10515600" cy="1325563"/>
          </a:xfrm>
        </p:spPr>
        <p:txBody>
          <a:bodyPr/>
          <a:p>
            <a:r>
              <a:rPr lang="en-US" altLang="en-US" b="1">
                <a:solidFill>
                  <a:schemeClr val="accent1"/>
                </a:solidFill>
              </a:rPr>
              <a:t>System Execution</a:t>
            </a:r>
            <a:endParaRPr lang="en-US" altLang="en-US" b="1">
              <a:solidFill>
                <a:schemeClr val="accent1"/>
              </a:solidFill>
            </a:endParaRPr>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13" name="Content Placeholder 12" descr="Screenshot (11)"/>
          <p:cNvPicPr>
            <a:picLocks noChangeAspect="1"/>
          </p:cNvPicPr>
          <p:nvPr>
            <p:ph idx="1"/>
          </p:nvPr>
        </p:nvPicPr>
        <p:blipFill>
          <a:blip r:embed="rId1"/>
          <a:stretch>
            <a:fillRect/>
          </a:stretch>
        </p:blipFill>
        <p:spPr>
          <a:xfrm>
            <a:off x="1929765" y="1276350"/>
            <a:ext cx="8930640" cy="44958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200660"/>
            <a:ext cx="10515600" cy="1325563"/>
          </a:xfrm>
        </p:spPr>
        <p:txBody>
          <a:bodyPr/>
          <a:p>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System Implementation (</a:t>
            </a:r>
            <a:r>
              <a:rPr lang="en-US" alt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8</a:t>
            </a:r>
            <a:r>
              <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rPr>
              <a:t>0%)</a:t>
            </a:r>
            <a:endParaRPr lang="en-IN" sz="36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3" name="Content Placeholder 2"/>
          <p:cNvSpPr>
            <a:spLocks noGrp="1"/>
          </p:cNvSpPr>
          <p:nvPr>
            <p:ph idx="1"/>
          </p:nvPr>
        </p:nvSpPr>
        <p:spPr>
          <a:xfrm>
            <a:off x="732155" y="733425"/>
            <a:ext cx="11322050" cy="4351655"/>
          </a:xfrm>
        </p:spPr>
        <p:txBody>
          <a:bodyPr>
            <a:noAutofit/>
          </a:bodyPr>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 Vehicle Detected? (Decision)</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checks whether a vehicle is detected in the captured frame.</a:t>
            </a:r>
            <a:endParaRPr lang="en-US" altLang="en-US" sz="2300" dirty="0">
              <a:latin typeface="Times New Roman" panose="02020603050405020304"/>
              <a:ea typeface="Calibri" panose="020F0502020204030204"/>
              <a:cs typeface="Times New Roman" panose="02020603050405020304"/>
            </a:endParaRPr>
          </a:p>
          <a:p>
            <a:pPr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Detect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If a vehicle is detected, the system analyzes the truck area and detects rail wheels inside the vehicle.</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Count Number of Rail Wheels</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system counts the number of detected rail wheels automatically.</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Send Detection Data to Flask Backend API</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detection results including vehicle details and wheel count are sent to the backend server using Flask REST APIs.</a:t>
            </a:r>
            <a:endParaRPr lang="en-US" altLang="en-US" sz="2300" dirty="0">
              <a:latin typeface="Times New Roman" panose="02020603050405020304"/>
              <a:ea typeface="Calibri" panose="020F0502020204030204"/>
              <a:cs typeface="Times New Roman" panose="02020603050405020304"/>
            </a:endParaRPr>
          </a:p>
          <a:p>
            <a:pPr marL="285750" indent="-285750" algn="l">
              <a:buFont typeface="Arial" panose="020B0604020202020204" pitchFamily="34" charset="0"/>
              <a:buChar char="•"/>
            </a:pPr>
            <a:r>
              <a:rPr lang="en-US" altLang="en-US" sz="2300" b="1" dirty="0">
                <a:latin typeface="Times New Roman" panose="02020603050405020304"/>
                <a:ea typeface="Calibri" panose="020F0502020204030204"/>
                <a:cs typeface="Times New Roman" panose="02020603050405020304"/>
                <a:sym typeface="+mn-ea"/>
              </a:rPr>
              <a:t>Store Vehicle and Wheel Data in SQL Database</a:t>
            </a:r>
            <a:endParaRPr lang="en-US" altLang="en-US" sz="2300" b="1" dirty="0">
              <a:latin typeface="Times New Roman" panose="02020603050405020304"/>
              <a:ea typeface="Calibri" panose="020F0502020204030204"/>
              <a:cs typeface="Times New Roman" panose="02020603050405020304"/>
            </a:endParaRPr>
          </a:p>
          <a:p>
            <a:pPr algn="l">
              <a:buNone/>
            </a:pPr>
            <a:r>
              <a:rPr lang="en-US" altLang="en-US" sz="2300" dirty="0">
                <a:latin typeface="Times New Roman" panose="02020603050405020304"/>
                <a:ea typeface="Calibri" panose="020F0502020204030204"/>
                <a:cs typeface="Times New Roman" panose="02020603050405020304"/>
                <a:sym typeface="+mn-ea"/>
              </a:rPr>
              <a:t>The backend stores the vehicle entry information and rail wheel count in the SQL database for monitoring and record management.</a:t>
            </a:r>
            <a:endParaRPr lang="en-US" altLang="en-US" sz="2300" dirty="0">
              <a:latin typeface="Times New Roman" panose="02020603050405020304"/>
              <a:ea typeface="Calibri" panose="020F0502020204030204"/>
              <a:cs typeface="Times New Roman" panose="02020603050405020304"/>
            </a:endParaRPr>
          </a:p>
          <a:p>
            <a:pPr algn="l"/>
            <a:endParaRPr lang="en-US" altLang="en-US" sz="2300" dirty="0">
              <a:latin typeface="Times New Roman" panose="02020603050405020304"/>
              <a:ea typeface="Calibri" panose="020F0502020204030204"/>
              <a:cs typeface="Times New Roman" panose="02020603050405020304"/>
            </a:endParaRPr>
          </a:p>
          <a:p>
            <a:endParaRPr lang="en-US" altLang="en-US" sz="1300" dirty="0">
              <a:latin typeface="Times New Roman" panose="02020603050405020304"/>
              <a:ea typeface="Calibri" panose="020F0502020204030204"/>
              <a:cs typeface="Times New Roman" panose="02020603050405020304"/>
            </a:endParaRPr>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25400"/>
            <a:ext cx="10515600" cy="1325563"/>
          </a:xfrm>
        </p:spPr>
        <p:txBody>
          <a:bodyPr/>
          <a:p>
            <a:r>
              <a:rPr lang="en-US" altLang="en-US" b="1">
                <a:solidFill>
                  <a:schemeClr val="accent1"/>
                </a:solidFill>
                <a:sym typeface="+mn-ea"/>
              </a:rPr>
              <a:t>System Execution</a:t>
            </a:r>
            <a:endParaRPr lang="en-US"/>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pic>
        <p:nvPicPr>
          <p:cNvPr id="8" name="Content Placeholder 5" descr="Screenshot (12)"/>
          <p:cNvPicPr>
            <a:picLocks noChangeAspect="1"/>
          </p:cNvPicPr>
          <p:nvPr/>
        </p:nvPicPr>
        <p:blipFill>
          <a:blip r:embed="rId1"/>
          <a:stretch>
            <a:fillRect/>
          </a:stretch>
        </p:blipFill>
        <p:spPr>
          <a:xfrm>
            <a:off x="1040130" y="1202690"/>
            <a:ext cx="10717530" cy="46164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6995" y="-175895"/>
            <a:ext cx="10515600" cy="1325563"/>
          </a:xfrm>
        </p:spPr>
        <p:txBody>
          <a:bodyPr/>
          <a:p>
            <a:r>
              <a:rPr lang="en-US" altLang="en-US" b="1">
                <a:solidFill>
                  <a:schemeClr val="accent1">
                    <a:lumMod val="75000"/>
                  </a:schemeClr>
                </a:solidFill>
                <a:sym typeface="+mn-ea"/>
              </a:rPr>
              <a:t>System Testing</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610235" y="721360"/>
            <a:ext cx="10515600" cy="4351338"/>
          </a:xfrm>
        </p:spPr>
        <p:txBody>
          <a:bodyPr>
            <a:noAutofit/>
          </a:bodyPr>
          <a:p>
            <a:pPr marL="0" indent="0">
              <a:buNone/>
            </a:pPr>
            <a:r>
              <a:rPr lang="en-US" altLang="en-US" sz="2300" b="1"/>
              <a:t>1. Functional Testing</a:t>
            </a:r>
            <a:endParaRPr lang="en-US" altLang="en-US" sz="2300" b="1"/>
          </a:p>
          <a:p>
            <a:pPr marL="0" indent="0">
              <a:buNone/>
            </a:pPr>
            <a:r>
              <a:rPr lang="en-US" altLang="en-US" sz="2300"/>
              <a:t>To check if system works correctly</a:t>
            </a:r>
            <a:endParaRPr lang="en-US" altLang="en-US" sz="2300"/>
          </a:p>
          <a:p>
            <a:pPr marL="0" indent="0">
              <a:buNone/>
            </a:pPr>
            <a:r>
              <a:rPr lang="en-US" altLang="en-US" sz="2300"/>
              <a:t>Example:</a:t>
            </a:r>
            <a:endParaRPr lang="en-US" altLang="en-US" sz="2300"/>
          </a:p>
          <a:p>
            <a:pPr marL="0" indent="0">
              <a:buNone/>
            </a:pPr>
            <a:r>
              <a:rPr lang="en-US" altLang="en-US" sz="2300"/>
              <a:t>Vehicle detection working or not</a:t>
            </a:r>
            <a:endParaRPr lang="en-US" altLang="en-US" sz="2300"/>
          </a:p>
          <a:p>
            <a:pPr marL="0" indent="0">
              <a:buNone/>
            </a:pPr>
            <a:r>
              <a:rPr lang="en-US" altLang="en-US" sz="2300"/>
              <a:t>Rail wheel counting is accurate</a:t>
            </a:r>
            <a:endParaRPr lang="en-US" altLang="en-US" sz="2300"/>
          </a:p>
          <a:p>
            <a:pPr marL="0" indent="0">
              <a:buNone/>
            </a:pPr>
            <a:r>
              <a:rPr lang="en-US" altLang="en-US" sz="2300" b="1"/>
              <a:t>2. API Testing</a:t>
            </a:r>
            <a:endParaRPr lang="en-US" altLang="en-US" sz="2300" b="1"/>
          </a:p>
          <a:p>
            <a:pPr marL="0" indent="0">
              <a:buNone/>
            </a:pPr>
            <a:r>
              <a:rPr lang="en-US" altLang="en-US" sz="2300"/>
              <a:t>To verify communication between:</a:t>
            </a:r>
            <a:endParaRPr lang="en-US" altLang="en-US" sz="2300"/>
          </a:p>
          <a:p>
            <a:pPr marL="0" indent="0">
              <a:buNone/>
            </a:pPr>
            <a:r>
              <a:rPr lang="en-US" altLang="en-US" sz="2300"/>
              <a:t>Frontend ↔ Backend (Flask API)</a:t>
            </a:r>
            <a:endParaRPr lang="en-US" altLang="en-US" sz="2300"/>
          </a:p>
          <a:p>
            <a:pPr marL="0" indent="0">
              <a:buNone/>
            </a:pPr>
            <a:r>
              <a:rPr lang="en-US" altLang="en-US" sz="2300"/>
              <a:t>Ensures data is sent and received properly</a:t>
            </a:r>
            <a:endParaRPr lang="en-US" altLang="en-US" sz="2300"/>
          </a:p>
          <a:p>
            <a:pPr marL="0" indent="0">
              <a:buNone/>
            </a:pPr>
            <a:r>
              <a:rPr lang="en-US" altLang="en-US" sz="2300" b="1"/>
              <a:t>3. Database Testing</a:t>
            </a:r>
            <a:endParaRPr lang="en-US" altLang="en-US" sz="2300" b="1"/>
          </a:p>
          <a:p>
            <a:pPr marL="0" indent="0">
              <a:buNone/>
            </a:pPr>
            <a:r>
              <a:rPr lang="en-US" altLang="en-US" sz="2300"/>
              <a:t>To check: </a:t>
            </a:r>
            <a:r>
              <a:rPr lang="en-US" altLang="en-US" sz="2300">
                <a:sym typeface="+mn-ea"/>
              </a:rPr>
              <a:t>Data stored correctly in SQL database</a:t>
            </a:r>
            <a:endParaRPr lang="en-US" altLang="en-US" sz="2300">
              <a:sym typeface="+mn-ea"/>
            </a:endParaRPr>
          </a:p>
          <a:p>
            <a:pPr marL="0" indent="0">
              <a:buNone/>
            </a:pPr>
            <a:r>
              <a:rPr lang="en-US" altLang="en-US" sz="2300">
                <a:sym typeface="+mn-ea"/>
              </a:rPr>
              <a:t>Data stored correctly in SQL database</a:t>
            </a:r>
            <a:endParaRPr lang="en-US" altLang="en-US" sz="2300"/>
          </a:p>
          <a:p>
            <a:pPr marL="0" indent="0">
              <a:buNone/>
            </a:pPr>
            <a:endParaRPr lang="en-US" altLang="en-US" sz="2300"/>
          </a:p>
          <a:p>
            <a:pPr marL="0" indent="0">
              <a:buNone/>
            </a:pPr>
            <a:endParaRPr lang="en-US" altLang="en-US" sz="2300"/>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66750" y="365125"/>
            <a:ext cx="10515600" cy="1325563"/>
          </a:xfrm>
        </p:spPr>
        <p:txBody>
          <a:bodyPr/>
          <a:p>
            <a:r>
              <a:rPr lang="en-US" altLang="en-US" b="1">
                <a:solidFill>
                  <a:schemeClr val="accent1">
                    <a:lumMod val="75000"/>
                  </a:schemeClr>
                </a:solidFill>
                <a:sym typeface="+mn-ea"/>
              </a:rPr>
              <a:t>System Testing</a:t>
            </a:r>
            <a:endParaRPr lang="en-US"/>
          </a:p>
        </p:txBody>
      </p:sp>
      <p:sp>
        <p:nvSpPr>
          <p:cNvPr id="3" name="Content Placeholder 2"/>
          <p:cNvSpPr>
            <a:spLocks noGrp="1"/>
          </p:cNvSpPr>
          <p:nvPr>
            <p:ph idx="1"/>
          </p:nvPr>
        </p:nvSpPr>
        <p:spPr>
          <a:xfrm>
            <a:off x="838200" y="1445260"/>
            <a:ext cx="10515600" cy="4351338"/>
          </a:xfrm>
        </p:spPr>
        <p:txBody>
          <a:bodyPr/>
          <a:p>
            <a:pPr marL="0" indent="0">
              <a:buNone/>
            </a:pPr>
            <a:r>
              <a:rPr lang="en-US" altLang="en-US" b="1">
                <a:sym typeface="+mn-ea"/>
              </a:rPr>
              <a:t>4. Performance Testing</a:t>
            </a:r>
            <a:endParaRPr lang="en-US" altLang="en-US" b="1"/>
          </a:p>
          <a:p>
            <a:pPr marL="0" indent="0">
              <a:buNone/>
            </a:pPr>
            <a:r>
              <a:rPr lang="en-US" altLang="en-US">
                <a:sym typeface="+mn-ea"/>
              </a:rPr>
              <a:t>To check system under different conditions:</a:t>
            </a:r>
            <a:endParaRPr lang="en-US" altLang="en-US"/>
          </a:p>
          <a:p>
            <a:pPr marL="0" indent="0">
              <a:buNone/>
            </a:pPr>
            <a:r>
              <a:rPr lang="en-US" altLang="en-US">
                <a:sym typeface="+mn-ea"/>
              </a:rPr>
              <a:t>Multiple vehicles</a:t>
            </a:r>
            <a:endParaRPr lang="en-US" altLang="en-US"/>
          </a:p>
          <a:p>
            <a:pPr marL="0" indent="0">
              <a:buNone/>
            </a:pPr>
            <a:r>
              <a:rPr lang="en-US" altLang="en-US">
                <a:sym typeface="+mn-ea"/>
              </a:rPr>
              <a:t>Different lighting</a:t>
            </a:r>
            <a:endParaRPr lang="en-US" altLang="en-US"/>
          </a:p>
          <a:p>
            <a:pPr marL="0" indent="0">
              <a:buNone/>
            </a:pPr>
            <a:r>
              <a:rPr lang="en-US" altLang="en-US">
                <a:sym typeface="+mn-ea"/>
              </a:rPr>
              <a:t>Real-time video processing</a:t>
            </a:r>
            <a:endParaRPr lang="en-US" altLang="en-US"/>
          </a:p>
          <a:p>
            <a:pPr marL="0" indent="0">
              <a:buNone/>
            </a:pPr>
            <a:r>
              <a:rPr lang="en-US" altLang="en-US" b="1">
                <a:sym typeface="+mn-ea"/>
              </a:rPr>
              <a:t>5. Integration Testing</a:t>
            </a:r>
            <a:endParaRPr lang="en-US" altLang="en-US" b="1"/>
          </a:p>
          <a:p>
            <a:pPr marL="0" indent="0">
              <a:buNone/>
            </a:pPr>
            <a:r>
              <a:rPr lang="en-US" altLang="en-US">
                <a:sym typeface="+mn-ea"/>
              </a:rPr>
              <a:t>To ensure all modules work together:</a:t>
            </a:r>
            <a:endParaRPr lang="en-US" altLang="en-US"/>
          </a:p>
          <a:p>
            <a:pPr marL="0" indent="0">
              <a:buNone/>
            </a:pPr>
            <a:r>
              <a:rPr lang="en-US" altLang="en-US">
                <a:sym typeface="+mn-ea"/>
              </a:rPr>
              <a:t>Camera + OpenCV + Flask + Database + Dashboard</a:t>
            </a:r>
            <a:endParaRPr lang="en-US" altLang="en-US"/>
          </a:p>
          <a:p>
            <a:endParaRPr lang="en-US"/>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6385" y="113665"/>
            <a:ext cx="10515600" cy="1325563"/>
          </a:xfrm>
        </p:spPr>
        <p:txBody>
          <a:bodyPr>
            <a:normAutofit/>
          </a:bodyPr>
          <a:p>
            <a:r>
              <a:rPr lang="en-US" altLang="en-US" b="1">
                <a:solidFill>
                  <a:schemeClr val="accent1">
                    <a:lumMod val="75000"/>
                  </a:schemeClr>
                </a:solidFill>
                <a:sym typeface="+mn-ea"/>
              </a:rPr>
              <a:t>Main Algorithm</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534035" y="1150620"/>
            <a:ext cx="10515600" cy="4351338"/>
          </a:xfrm>
        </p:spPr>
        <p:txBody>
          <a:bodyPr>
            <a:normAutofit fontScale="25000"/>
          </a:bodyPr>
          <a:p>
            <a:pPr marL="0" indent="0">
              <a:buNone/>
            </a:pPr>
            <a:r>
              <a:rPr lang="en-US" altLang="en-US" sz="8000" b="1"/>
              <a:t>Main Algorithm</a:t>
            </a:r>
            <a:r>
              <a:rPr lang="en-US" altLang="en-US" sz="8000"/>
              <a:t>: Object Detection Algorithm</a:t>
            </a:r>
            <a:endParaRPr lang="en-US" altLang="en-US" sz="8000"/>
          </a:p>
          <a:p>
            <a:pPr marL="0" indent="0">
              <a:buNone/>
            </a:pPr>
            <a:r>
              <a:rPr lang="en-US" altLang="en-US" sz="8000" b="1"/>
              <a:t>Used through</a:t>
            </a:r>
            <a:r>
              <a:rPr lang="en-US" altLang="en-US" sz="8000"/>
              <a:t>:</a:t>
            </a:r>
            <a:r>
              <a:rPr lang="en-US" altLang="en-US" sz="8000">
                <a:sym typeface="+mn-ea"/>
              </a:rPr>
              <a:t>OpenCV AI-based detection model</a:t>
            </a:r>
            <a:endParaRPr lang="en-US" altLang="en-US" sz="8000">
              <a:sym typeface="+mn-ea"/>
            </a:endParaRPr>
          </a:p>
          <a:p>
            <a:pPr marL="0" indent="0">
              <a:buNone/>
            </a:pPr>
            <a:r>
              <a:rPr lang="en-US" altLang="en-US" sz="8000">
                <a:sym typeface="+mn-ea"/>
              </a:rPr>
              <a:t>How it Works:</a:t>
            </a:r>
            <a:endParaRPr lang="en-US" altLang="en-US" sz="8000"/>
          </a:p>
          <a:p>
            <a:pPr marL="457200" indent="-457200">
              <a:buAutoNum type="arabicPeriod"/>
            </a:pPr>
            <a:r>
              <a:rPr lang="en-US" altLang="en-US" sz="8000" b="1"/>
              <a:t>Capture image/frame from camera</a:t>
            </a:r>
            <a:endParaRPr lang="en-US" altLang="en-US" sz="8000" b="1"/>
          </a:p>
          <a:p>
            <a:pPr marL="457200" indent="-457200">
              <a:buAutoNum type="arabicPeriod"/>
            </a:pPr>
            <a:r>
              <a:rPr lang="en-US" altLang="en-US" sz="8000" b="1"/>
              <a:t>Preprocess image (resize, filtering)</a:t>
            </a:r>
            <a:endParaRPr lang="en-US" altLang="en-US" sz="8000" b="1"/>
          </a:p>
          <a:p>
            <a:pPr marL="457200" indent="-457200">
              <a:buAutoNum type="arabicPeriod"/>
            </a:pPr>
            <a:r>
              <a:rPr lang="en-US" altLang="en-US" sz="8000" b="1"/>
              <a:t>Apply object detection</a:t>
            </a:r>
            <a:endParaRPr lang="en-US" altLang="en-US" sz="8000" b="1"/>
          </a:p>
          <a:p>
            <a:pPr marL="457200" indent="-457200">
              <a:buFont typeface="+mj-lt"/>
              <a:buAutoNum type="arabicPeriod"/>
            </a:pPr>
            <a:r>
              <a:rPr lang="en-US" altLang="en-US" sz="8000" b="1"/>
              <a:t>Detect:</a:t>
            </a:r>
            <a:endParaRPr lang="en-US" altLang="en-US" sz="8000" b="1"/>
          </a:p>
          <a:p>
            <a:pPr/>
            <a:r>
              <a:rPr lang="en-US" altLang="en-US" sz="9600"/>
              <a:t>Vehicle</a:t>
            </a:r>
            <a:endParaRPr lang="en-US" altLang="en-US" sz="9600"/>
          </a:p>
          <a:p>
            <a:pPr/>
            <a:r>
              <a:rPr lang="en-US" altLang="en-US" sz="9600"/>
              <a:t>Rail wheels</a:t>
            </a:r>
            <a:endParaRPr lang="en-US" altLang="en-US" sz="9600"/>
          </a:p>
          <a:p>
            <a:pPr marL="0" indent="0">
              <a:buFont typeface="+mj-lt"/>
              <a:buNone/>
            </a:pPr>
            <a:r>
              <a:rPr lang="en-US" altLang="en-US" sz="9600" b="1"/>
              <a:t>5. Count number of wheels</a:t>
            </a:r>
            <a:endParaRPr lang="en-US" altLang="en-US" sz="9600" b="1"/>
          </a:p>
          <a:p>
            <a:pPr marL="0" indent="0">
              <a:buFont typeface="+mj-lt"/>
              <a:buNone/>
            </a:pPr>
            <a:r>
              <a:rPr lang="en-US" altLang="en-US" sz="9600" b="1"/>
              <a:t>6. Send result to backend</a:t>
            </a:r>
            <a:endParaRPr lang="en-US" altLang="en-US" sz="9600" b="1"/>
          </a:p>
        </p:txBody>
      </p:sp>
      <p:sp>
        <p:nvSpPr>
          <p:cNvPr id="4" name="Date Placeholder 3"/>
          <p:cNvSpPr>
            <a:spLocks noGrp="1"/>
          </p:cNvSpPr>
          <p:nvPr>
            <p:ph type="dt" sz="half" idx="10"/>
          </p:nvPr>
        </p:nvSpPr>
        <p:spPr/>
        <p:txBody>
          <a:bodyPr/>
          <a:p>
            <a:fld id="{864BFFB7-4443-4602-A990-B076C1CFE86C}" type="datetime1">
              <a:rPr lang="en-IN" smtClean="0"/>
            </a:fld>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47700" y="365125"/>
            <a:ext cx="10515600" cy="1325563"/>
          </a:xfrm>
        </p:spPr>
        <p:txBody>
          <a:bodyPr/>
          <a:p>
            <a:r>
              <a:rPr lang="en-US" altLang="en-US" b="1">
                <a:solidFill>
                  <a:schemeClr val="accent1">
                    <a:lumMod val="75000"/>
                  </a:schemeClr>
                </a:solidFill>
                <a:sym typeface="+mn-ea"/>
              </a:rPr>
              <a:t>Conclusion</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581660" y="1253490"/>
            <a:ext cx="10515600" cy="4351338"/>
          </a:xfrm>
        </p:spPr>
        <p:txBody>
          <a:bodyPr>
            <a:noAutofit/>
          </a:bodyPr>
          <a:p>
            <a:pPr marL="0" indent="0">
              <a:buNone/>
            </a:pPr>
            <a:endParaRPr lang="en-US" altLang="en-US" sz="2300"/>
          </a:p>
          <a:p>
            <a:r>
              <a:rPr lang="en-US" altLang="en-US" sz="2300"/>
              <a:t>The project successfully developed a web-based vehicle and rail wheel monitoring system using AI and full-stack technologies.</a:t>
            </a:r>
            <a:endParaRPr lang="en-US" altLang="en-US" sz="2300"/>
          </a:p>
          <a:p>
            <a:r>
              <a:rPr lang="en-US" altLang="en-US" sz="2300"/>
              <a:t>Manual errors in wheel counting and vehicle tracking were reduced significantly.</a:t>
            </a:r>
            <a:endParaRPr lang="en-US" altLang="en-US" sz="2300"/>
          </a:p>
          <a:p>
            <a:r>
              <a:rPr lang="en-US" altLang="en-US" sz="2300"/>
              <a:t>Integration of OpenCV, Flask, and SQL database enabled automation and real-time monitoring.</a:t>
            </a:r>
            <a:endParaRPr lang="en-US" altLang="en-US" sz="2300"/>
          </a:p>
          <a:p>
            <a:r>
              <a:rPr lang="en-US" altLang="en-US" sz="2300"/>
              <a:t>The system improved operational efficiency at factory gate management.</a:t>
            </a:r>
            <a:endParaRPr lang="en-US" altLang="en-US" sz="2300"/>
          </a:p>
          <a:p>
            <a:r>
              <a:rPr lang="en-US" altLang="en-US" sz="2300"/>
              <a:t>The project enhanced practical knowledge in AI, backend development, and system integration.</a:t>
            </a:r>
            <a:endParaRPr lang="en-US" altLang="en-US" sz="2300"/>
          </a:p>
          <a:p>
            <a:r>
              <a:rPr lang="en-US" altLang="en-US" sz="2300"/>
              <a:t>The solution can be further improved and deployed in real industrial environments.</a:t>
            </a:r>
            <a:endParaRPr lang="en-US" altLang="en-US" sz="2300"/>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38785" y="365125"/>
            <a:ext cx="10515600" cy="1325563"/>
          </a:xfrm>
        </p:spPr>
        <p:txBody>
          <a:bodyPr/>
          <a:p>
            <a:r>
              <a:rPr lang="en-US" altLang="en-US" b="1">
                <a:solidFill>
                  <a:schemeClr val="accent1">
                    <a:lumMod val="75000"/>
                  </a:schemeClr>
                </a:solidFill>
                <a:sym typeface="+mn-ea"/>
              </a:rPr>
              <a:t>References</a:t>
            </a:r>
            <a:endParaRPr lang="en-US" altLang="en-US" b="1">
              <a:solidFill>
                <a:schemeClr val="accent1">
                  <a:lumMod val="75000"/>
                </a:schemeClr>
              </a:solidFill>
              <a:sym typeface="+mn-ea"/>
            </a:endParaRPr>
          </a:p>
        </p:txBody>
      </p:sp>
      <p:sp>
        <p:nvSpPr>
          <p:cNvPr id="3" name="Content Placeholder 2"/>
          <p:cNvSpPr>
            <a:spLocks noGrp="1"/>
          </p:cNvSpPr>
          <p:nvPr>
            <p:ph idx="1"/>
          </p:nvPr>
        </p:nvSpPr>
        <p:spPr>
          <a:xfrm>
            <a:off x="552450" y="1252855"/>
            <a:ext cx="10515600" cy="4351338"/>
          </a:xfrm>
        </p:spPr>
        <p:txBody>
          <a:bodyPr>
            <a:normAutofit lnSpcReduction="20000"/>
          </a:bodyPr>
          <a:p>
            <a:pPr marL="0" indent="0">
              <a:buNone/>
            </a:pPr>
            <a:endParaRPr lang="en-US" altLang="en-US" sz="2665"/>
          </a:p>
          <a:p>
            <a:r>
              <a:rPr lang="en-US" altLang="en-US" sz="2665"/>
              <a:t>OpenCV Documentation – https://opencv.org/</a:t>
            </a:r>
            <a:endParaRPr lang="en-US" altLang="en-US" sz="2665"/>
          </a:p>
          <a:p>
            <a:r>
              <a:rPr lang="en-US" altLang="en-US" sz="2665"/>
              <a:t>Flask Documentation – https://flask.palletsprojects.com/</a:t>
            </a:r>
            <a:endParaRPr lang="en-US" altLang="en-US" sz="2665"/>
          </a:p>
          <a:p>
            <a:r>
              <a:rPr lang="en-US" altLang="en-US" sz="2665"/>
              <a:t>Python Official Documentation – https://docs.python.org/3/</a:t>
            </a:r>
            <a:endParaRPr lang="en-US" altLang="en-US" sz="2665"/>
          </a:p>
          <a:p>
            <a:r>
              <a:rPr lang="en-US" altLang="en-US" sz="2665"/>
              <a:t>SQL Documentation – https://www.mysql.com/</a:t>
            </a:r>
            <a:endParaRPr lang="en-US" altLang="en-US" sz="2665"/>
          </a:p>
          <a:p>
            <a:r>
              <a:rPr lang="en-US" altLang="en-US" sz="2665"/>
              <a:t> / https://www.microsoft.com/en-us/sql-server</a:t>
            </a:r>
            <a:endParaRPr lang="en-US" altLang="en-US" sz="2665"/>
          </a:p>
          <a:p>
            <a:r>
              <a:rPr lang="en-US" altLang="en-US" sz="2665"/>
              <a:t>Research papers on Object Detection (Google Scholar / IEEE)</a:t>
            </a:r>
            <a:endParaRPr lang="en-US" altLang="en-US" sz="2665"/>
          </a:p>
          <a:p>
            <a:r>
              <a:rPr lang="en-US" altLang="en-US" sz="2665"/>
              <a:t>GitHub Repository: https://github.com/Karthik8844/INTERNSHIP</a:t>
            </a:r>
            <a:endParaRPr lang="en-US" altLang="en-US" sz="2665"/>
          </a:p>
          <a:p>
            <a:r>
              <a:rPr lang="en-US" altLang="en-US" sz="2665"/>
              <a:t>Online tutorials and technical blogs related to Computer Vision and Full Stack Development</a:t>
            </a:r>
            <a:endParaRPr lang="en-US" altLang="en-US" sz="2665"/>
          </a:p>
        </p:txBody>
      </p:sp>
      <p:sp>
        <p:nvSpPr>
          <p:cNvPr id="4" name="Date Placeholder 3"/>
          <p:cNvSpPr>
            <a:spLocks noGrp="1"/>
          </p:cNvSpPr>
          <p:nvPr>
            <p:ph type="dt" sz="half" idx="10"/>
          </p:nvPr>
        </p:nvSpPr>
        <p:spPr/>
        <p:txBody>
          <a:bodyPr/>
          <a:p>
            <a:endParaRPr lang="en-IN" dirty="0"/>
          </a:p>
        </p:txBody>
      </p:sp>
      <p:sp>
        <p:nvSpPr>
          <p:cNvPr id="5" name="Slide Number Placeholder 4"/>
          <p:cNvSpPr>
            <a:spLocks noGrp="1"/>
          </p:cNvSpPr>
          <p:nvPr>
            <p:ph type="sldNum" sz="quarter" idx="12"/>
          </p:nvPr>
        </p:nvSpPr>
        <p:spPr/>
        <p:txBody>
          <a:bodyPr/>
          <a:p>
            <a:fld id="{F32F6845-8F47-4AB8-B9CE-96D88E741707}" type="slidenum">
              <a:rPr lang="en-IN" smtClean="0"/>
            </a:fld>
            <a:endParaRPr lang="en-I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smtClean="0">
                <a:solidFill>
                  <a:schemeClr val="accent1">
                    <a:lumMod val="75000"/>
                  </a:schemeClr>
                </a:solidFill>
                <a:latin typeface="Times New Roman" panose="02020603050405020304" pitchFamily="18" charset="0"/>
                <a:cs typeface="Times New Roman" panose="02020603050405020304" pitchFamily="18" charset="0"/>
                <a:sym typeface="+mn-ea"/>
              </a:rPr>
              <a:t>Internship Road Map</a:t>
            </a:r>
            <a:endParaRPr lang="en-US" sz="3200" b="1" dirty="0" smtClean="0">
              <a:solidFill>
                <a:schemeClr val="accent1">
                  <a:lumMod val="75000"/>
                </a:schemeClr>
              </a:solidFill>
              <a:latin typeface="Times New Roman" panose="02020603050405020304" pitchFamily="18" charset="0"/>
              <a:cs typeface="Times New Roman" panose="02020603050405020304" pitchFamily="18" charset="0"/>
              <a:sym typeface="+mn-ea"/>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graphicFrame>
        <p:nvGraphicFramePr>
          <p:cNvPr id="7" name="Diagram 6"/>
          <p:cNvGraphicFramePr>
            <a:graphicFrameLocks noGrp="1"/>
          </p:cNvGraphicFramePr>
          <p:nvPr/>
        </p:nvGraphicFramePr>
        <p:xfrm>
          <a:off x="732155" y="1118416"/>
          <a:ext cx="10515600" cy="405819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0" name="Text Box 9"/>
          <p:cNvSpPr txBox="1"/>
          <p:nvPr/>
        </p:nvSpPr>
        <p:spPr>
          <a:xfrm>
            <a:off x="2735580" y="1936115"/>
            <a:ext cx="1297305" cy="2985770"/>
          </a:xfrm>
          <a:prstGeom prst="rect">
            <a:avLst/>
          </a:prstGeom>
          <a:noFill/>
        </p:spPr>
        <p:txBody>
          <a:bodyPr wrap="square" rtlCol="0">
            <a:noAutofit/>
          </a:bodyPr>
          <a:p>
            <a:pPr marL="285750" indent="-285750">
              <a:buFont typeface="Arial" panose="020B0604020202020204" pitchFamily="34" charset="0"/>
              <a:buChar char="•"/>
            </a:pPr>
            <a:r>
              <a:rPr lang="en-US" altLang="en-US" sz="800" b="1"/>
              <a:t>Understanding project requirements</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Studying basics of Computer Vision and Object Detection</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Learning Python and OpenCV basics</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Understanding vehicle monitoring problem</a:t>
            </a:r>
            <a:endParaRPr lang="en-US" altLang="en-US" sz="800" b="1"/>
          </a:p>
          <a:p>
            <a:pPr marL="285750" indent="-285750">
              <a:buFont typeface="Arial" panose="020B0604020202020204" pitchFamily="34" charset="0"/>
              <a:buChar char="•"/>
            </a:pPr>
            <a:endParaRPr lang="en-US" altLang="en-US" sz="800" b="1"/>
          </a:p>
          <a:p>
            <a:pPr marL="285750" indent="-285750">
              <a:buFont typeface="Arial" panose="020B0604020202020204" pitchFamily="34" charset="0"/>
              <a:buChar char="•"/>
            </a:pPr>
            <a:r>
              <a:rPr lang="en-US" altLang="en-US" sz="800" b="1"/>
              <a:t>Literature survey and problem identification</a:t>
            </a:r>
            <a:endParaRPr lang="en-US" altLang="en-US" sz="800" b="1"/>
          </a:p>
        </p:txBody>
      </p:sp>
      <p:sp>
        <p:nvSpPr>
          <p:cNvPr id="11" name="Text Box 10"/>
          <p:cNvSpPr txBox="1"/>
          <p:nvPr/>
        </p:nvSpPr>
        <p:spPr>
          <a:xfrm>
            <a:off x="4120515" y="2021840"/>
            <a:ext cx="1372235" cy="2610485"/>
          </a:xfrm>
          <a:prstGeom prst="rect">
            <a:avLst/>
          </a:prstGeom>
          <a:noFill/>
        </p:spPr>
        <p:txBody>
          <a:bodyPr wrap="square" rtlCol="0">
            <a:noAutofit/>
          </a:bodyPr>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Studying object detection techniques</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Understanding OpenCV image processing</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Designing system architecture</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Planning backend and database structure</a:t>
            </a: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Preparing initial project design</a:t>
            </a:r>
            <a:endParaRPr lang="en-US" altLang="en-US" sz="900" b="1">
              <a:latin typeface="Times New Roman" panose="02020603050405020304" pitchFamily="18" charset="0"/>
              <a:cs typeface="Times New Roman" panose="02020603050405020304" pitchFamily="18" charset="0"/>
            </a:endParaRPr>
          </a:p>
        </p:txBody>
      </p:sp>
      <p:sp>
        <p:nvSpPr>
          <p:cNvPr id="12" name="Text Box 11"/>
          <p:cNvSpPr txBox="1"/>
          <p:nvPr/>
        </p:nvSpPr>
        <p:spPr>
          <a:xfrm>
            <a:off x="5375275" y="1936115"/>
            <a:ext cx="1229995" cy="2931160"/>
          </a:xfrm>
          <a:prstGeom prst="rect">
            <a:avLst/>
          </a:prstGeom>
          <a:noFill/>
        </p:spPr>
        <p:txBody>
          <a:bodyPr wrap="square" rtlCol="0">
            <a:noAutofit/>
          </a:bodyPr>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Developing backend using Flask</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object detection module</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Creating SQL database tables</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vehicle detection and wheel counting</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Initial system workflow implementation</a:t>
            </a:r>
            <a:endParaRPr lang="en-US" altLang="en-US" sz="900" b="1">
              <a:latin typeface="Times New Roman" panose="02020603050405020304" pitchFamily="18" charset="0"/>
              <a:cs typeface="Times New Roman" panose="02020603050405020304" pitchFamily="18" charset="0"/>
            </a:endParaRPr>
          </a:p>
        </p:txBody>
      </p:sp>
      <p:sp>
        <p:nvSpPr>
          <p:cNvPr id="13" name="Text Box 12"/>
          <p:cNvSpPr txBox="1"/>
          <p:nvPr/>
        </p:nvSpPr>
        <p:spPr>
          <a:xfrm>
            <a:off x="6711950" y="1936115"/>
            <a:ext cx="1283970" cy="2999740"/>
          </a:xfrm>
          <a:prstGeom prst="rect">
            <a:avLst/>
          </a:prstGeom>
          <a:noFill/>
        </p:spPr>
        <p:txBody>
          <a:bodyPr wrap="square" rtlCol="0">
            <a:spAutoFit/>
          </a:bodyPr>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Integrating frontend dashboard with backend</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Connecting database with web dashboard</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Implementing real-time monitoring system</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Testing system performance and accuracy</a:t>
            </a: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9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900" b="1">
                <a:latin typeface="Times New Roman" panose="02020603050405020304" pitchFamily="18" charset="0"/>
                <a:cs typeface="Times New Roman" panose="02020603050405020304" pitchFamily="18" charset="0"/>
              </a:rPr>
              <a:t>Improving detection performance</a:t>
            </a:r>
            <a:endParaRPr lang="en-US" altLang="en-US" sz="900" b="1">
              <a:latin typeface="Times New Roman" panose="02020603050405020304" pitchFamily="18" charset="0"/>
              <a:cs typeface="Times New Roman" panose="02020603050405020304" pitchFamily="18" charset="0"/>
            </a:endParaRPr>
          </a:p>
        </p:txBody>
      </p:sp>
      <p:sp>
        <p:nvSpPr>
          <p:cNvPr id="14" name="Text Box 13"/>
          <p:cNvSpPr txBox="1"/>
          <p:nvPr/>
        </p:nvSpPr>
        <p:spPr>
          <a:xfrm>
            <a:off x="7945120" y="2095500"/>
            <a:ext cx="1299210" cy="2861310"/>
          </a:xfrm>
          <a:prstGeom prst="rect">
            <a:avLst/>
          </a:prstGeom>
          <a:noFill/>
        </p:spPr>
        <p:txBody>
          <a:bodyPr wrap="square" rtlCol="0">
            <a:spAutoFit/>
          </a:bodyPr>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Final system testing and validation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Complete project demonstration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Documentation and report preparation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GitHub project submission</a:t>
            </a: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altLang="en-US" sz="1000" b="1">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en-US" sz="1000" b="1">
                <a:latin typeface="Times New Roman" panose="02020603050405020304" pitchFamily="18" charset="0"/>
                <a:cs typeface="Times New Roman" panose="02020603050405020304" pitchFamily="18" charset="0"/>
              </a:rPr>
              <a:t>Internship completion</a:t>
            </a:r>
            <a:endParaRPr lang="en-US" altLang="en-US" sz="1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6311"/>
          </a:xfrm>
        </p:spPr>
        <p:txBody>
          <a:bodyPr/>
          <a:lstStyle/>
          <a:p>
            <a:r>
              <a:rPr lang="en-US" sz="3200" b="1" dirty="0">
                <a:solidFill>
                  <a:schemeClr val="accent1">
                    <a:lumMod val="75000"/>
                  </a:schemeClr>
                </a:solidFill>
                <a:latin typeface="Times New Roman" panose="02020603050405020304" pitchFamily="18" charset="0"/>
                <a:cs typeface="Times New Roman" panose="02020603050405020304" pitchFamily="18" charset="0"/>
              </a:rPr>
              <a:t>Github Link</a:t>
            </a:r>
            <a:endParaRPr lang="en-US"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
        <p:nvSpPr>
          <p:cNvPr id="3" name="Content Placeholder 2"/>
          <p:cNvSpPr>
            <a:spLocks noGrp="1"/>
          </p:cNvSpPr>
          <p:nvPr>
            <p:ph idx="1"/>
          </p:nvPr>
        </p:nvSpPr>
        <p:spPr>
          <a:xfrm>
            <a:off x="446308" y="1061297"/>
            <a:ext cx="10515600" cy="4351338"/>
          </a:xfrm>
        </p:spPr>
        <p:txBody>
          <a:bodyPr vert="horz" lIns="91440" tIns="45720" rIns="91440" bIns="45720" rtlCol="0" anchor="t">
            <a:normAutofit/>
          </a:bodyPr>
          <a:lstStyle/>
          <a:p>
            <a:pPr marL="0" indent="0">
              <a:buNone/>
            </a:pPr>
            <a:r>
              <a:rPr lang="en-US" altLang="en-US" dirty="0">
                <a:sym typeface="+mn-ea"/>
              </a:rPr>
              <a:t>https://github.com/Karthik8844/INTERNSHIP</a:t>
            </a:r>
            <a:endParaRPr lang="en-US" dirty="0">
              <a:ea typeface="Calibri" panose="020F0502020204030204"/>
              <a:cs typeface="Calibri" panose="020F050202020403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47258"/>
            <a:ext cx="10515600" cy="1214846"/>
          </a:xfrm>
        </p:spPr>
        <p:txBody>
          <a:bodyPr/>
          <a:lstStyle/>
          <a:p>
            <a:pPr marL="0" indent="0" algn="ctr">
              <a:buNone/>
            </a:pPr>
            <a:r>
              <a:rPr lang="en-US" sz="6600" dirty="0">
                <a:solidFill>
                  <a:srgbClr val="A71180"/>
                </a:solidFill>
                <a:latin typeface="Times New Roman" panose="02020603050405020304" pitchFamily="18" charset="0"/>
                <a:cs typeface="Times New Roman" panose="02020603050405020304" pitchFamily="18" charset="0"/>
              </a:rPr>
              <a:t>Thank you !!</a:t>
            </a:r>
            <a:endParaRPr lang="en-US" sz="6600" dirty="0">
              <a:solidFill>
                <a:srgbClr val="A71180"/>
              </a:solidFill>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815EC703-C051-410C-8BA1-62752E291E83}" type="slidenum">
              <a:rPr lang="en-US" altLang="en-US" smtClean="0"/>
            </a:fld>
            <a:endParaRPr lang="en-US" altLang="en-US"/>
          </a:p>
        </p:txBody>
      </p:sp>
    </p:spTree>
  </p:cSld>
  <p:clrMapOvr>
    <a:masterClrMapping/>
  </p:clrMapOvr>
</p:sld>
</file>

<file path=ppt/tags/tag1.xml><?xml version="1.0" encoding="utf-8"?>
<p:tagLst xmlns:p="http://schemas.openxmlformats.org/presentationml/2006/main">
  <p:tag name="TABLE_ENDDRAG_ORIGIN_RECT" val="715*138"/>
  <p:tag name="TABLE_ENDDRAG_RECT" val="77*0*715*138"/>
</p:tagLst>
</file>

<file path=ppt/tags/tag2.xml><?xml version="1.0" encoding="utf-8"?>
<p:tagLst xmlns:p="http://schemas.openxmlformats.org/presentationml/2006/main">
  <p:tag name="TABLE_ENDDRAG_ORIGIN_RECT" val="831*370"/>
  <p:tag name="TABLE_ENDDRAG_RECT" val="85*79*831*37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10643</Words>
  <Application>WPS Presentation</Application>
  <PresentationFormat>Widescreen</PresentationFormat>
  <Paragraphs>501</Paragraphs>
  <Slides>25</Slides>
  <Notes>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25</vt:i4>
      </vt:variant>
    </vt:vector>
  </HeadingPairs>
  <TitlesOfParts>
    <vt:vector size="44" baseType="lpstr">
      <vt:lpstr>Arial</vt:lpstr>
      <vt:lpstr>SimSun</vt:lpstr>
      <vt:lpstr>Wingdings</vt:lpstr>
      <vt:lpstr>Arial</vt:lpstr>
      <vt:lpstr>Cambria</vt:lpstr>
      <vt:lpstr>Verdana</vt:lpstr>
      <vt:lpstr>Cambria</vt:lpstr>
      <vt:lpstr>Times New Roman</vt:lpstr>
      <vt:lpstr>Times New Roman</vt:lpstr>
      <vt:lpstr>Calibri</vt:lpstr>
      <vt:lpstr>Wingdings</vt:lpstr>
      <vt:lpstr>Calibri Light</vt:lpstr>
      <vt:lpstr>Microsoft YaHei</vt:lpstr>
      <vt:lpstr>Arial Unicode MS</vt:lpstr>
      <vt:lpstr>Calibri</vt:lpstr>
      <vt:lpstr>Calibri Light</vt:lpstr>
      <vt:lpstr>等线 Light</vt:lpstr>
      <vt:lpstr>等线</vt:lpstr>
      <vt:lpstr>Office Theme</vt:lpstr>
      <vt:lpstr>PowerPoint 演示文稿</vt:lpstr>
      <vt:lpstr>Content</vt:lpstr>
      <vt:lpstr>About Company or Organization</vt:lpstr>
      <vt:lpstr>Working domain or the technology</vt:lpstr>
      <vt:lpstr>About your team and reporting Manager</vt:lpstr>
      <vt:lpstr>Challenges Faced in Internship</vt:lpstr>
      <vt:lpstr>Objectives of the work</vt:lpstr>
      <vt:lpstr>Literature Review</vt:lpstr>
      <vt:lpstr>Proposed System / Work</vt:lpstr>
      <vt:lpstr>Problem Statement</vt:lpstr>
      <vt:lpstr>System Requirements</vt:lpstr>
      <vt:lpstr>Advantages of Proposed System/Work</vt:lpstr>
      <vt:lpstr>System Design</vt:lpstr>
      <vt:lpstr>System Implementation (50%)</vt:lpstr>
      <vt:lpstr>System Execution</vt:lpstr>
      <vt:lpstr>System Implementation (50%)</vt:lpstr>
      <vt:lpstr>System Execution</vt:lpstr>
      <vt:lpstr>PowerPoint 演示文稿</vt:lpstr>
      <vt:lpstr>PowerPoint 演示文稿</vt:lpstr>
      <vt:lpstr>PowerPoint 演示文稿</vt:lpstr>
      <vt:lpstr>PowerPoint 演示文稿</vt:lpstr>
      <vt:lpstr>PowerPoint 演示文稿</vt:lpstr>
      <vt:lpstr>Internship Road Map</vt:lpstr>
      <vt:lpstr>Github Link</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Gopalakrishnan N-Asst. Prof-CIV</dc:creator>
  <cp:lastModifiedBy>Karthik R</cp:lastModifiedBy>
  <cp:revision>1343</cp:revision>
  <dcterms:created xsi:type="dcterms:W3CDTF">2022-10-14T07:18:00Z</dcterms:created>
  <dcterms:modified xsi:type="dcterms:W3CDTF">2026-04-13T18:44:07Z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D4F6C38365D945E3A9698CFB90ABDD53_13</vt:lpwstr>
  </property>
  <property fmtid="{D5CDD505-2E9C-101B-9397-08002B2CF9AE}" pid="3" name="KSOProductBuildVer">
    <vt:lpwstr>1033-12.2.0.23196</vt:lpwstr>
  </property>
</Properties>
</file>
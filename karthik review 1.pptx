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60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#1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 and       Basics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Backend and database              Integration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1A0B0C4-FCF0-4AB8-AA9E-B8A8F2580F82}">
      <dgm:prSet/>
      <dgm:spPr/>
      <dgm:t>
        <a:bodyPr/>
        <a:lstStyle/>
        <a:p>
          <a:r>
            <a:rPr lang="en-IN" dirty="0"/>
            <a:t>Final Project and Presentation</a:t>
          </a:r>
        </a:p>
      </dgm:t>
    </dgm:pt>
    <dgm:pt modelId="{568B90D3-F2E0-489D-B100-71B9B706BCD2}" type="parTrans" cxnId="{9ED8ADC2-0B52-497E-BCD1-563C38FF125B}">
      <dgm:prSet/>
      <dgm:spPr/>
      <dgm:t>
        <a:bodyPr/>
        <a:lstStyle/>
        <a:p>
          <a:endParaRPr lang="en-IN"/>
        </a:p>
      </dgm:t>
    </dgm:pt>
    <dgm:pt modelId="{A45E4EA8-CCE1-4921-8155-4A2513A33C9C}" type="sibTrans" cxnId="{9ED8ADC2-0B52-497E-BCD1-563C38FF125B}">
      <dgm:prSet/>
      <dgm:spPr/>
      <dgm:t>
        <a:bodyPr/>
        <a:lstStyle/>
        <a:p>
          <a:endParaRPr lang="en-IN"/>
        </a:p>
      </dgm:t>
    </dgm:pt>
    <dgm:pt modelId="{42DC2A35-2AE2-4135-87B3-68DF49D57675}">
      <dgm:prSet/>
      <dgm:spPr/>
      <dgm:t>
        <a:bodyPr/>
        <a:lstStyle/>
        <a:p>
          <a:r>
            <a:rPr lang="en-IN" dirty="0"/>
            <a:t>Full Stack Project</a:t>
          </a:r>
        </a:p>
      </dgm:t>
    </dgm:pt>
    <dgm:pt modelId="{7D6EFF91-58C3-4A80-934E-DD96E7637964}" type="parTrans" cxnId="{FAF1ED4B-B777-44CE-914B-137C28D0F2FA}">
      <dgm:prSet/>
      <dgm:spPr/>
      <dgm:t>
        <a:bodyPr/>
        <a:lstStyle/>
        <a:p>
          <a:endParaRPr lang="en-IN"/>
        </a:p>
      </dgm:t>
    </dgm:pt>
    <dgm:pt modelId="{D5870115-210C-49CB-BBC6-BC4EE5210E29}" type="sibTrans" cxnId="{FAF1ED4B-B777-44CE-914B-137C28D0F2FA}">
      <dgm:prSet/>
      <dgm:spPr/>
      <dgm:t>
        <a:bodyPr/>
        <a:lstStyle/>
        <a:p>
          <a:endParaRPr lang="en-IN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C0007AD4-4467-4DE4-9FCE-BF4D77DB28B3}">
      <dgm:prSet/>
      <dgm:spPr/>
      <dgm:t>
        <a:bodyPr/>
        <a:lstStyle/>
        <a:p>
          <a:endParaRPr lang="en-US"/>
        </a:p>
      </dgm:t>
    </dgm:pt>
    <dgm:pt modelId="{2868AD8D-4E38-46CE-A972-709857BF40AC}" type="sibTrans" cxnId="{C0007AD4-4467-4DE4-9FCE-BF4D77DB28B3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#1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36F46626-CE4B-4408-B26D-450B02E3F65F}" type="presOf" srcId="{42DC2A35-2AE2-4135-87B3-68DF49D57675}" destId="{FC0F1314-3294-4A8C-8DCE-EB53E236164C}" srcOrd="0" destOrd="0" presId="urn:microsoft.com/office/officeart/2011/layout/InterconnectedBlockProcess#1"/>
    <dgm:cxn modelId="{FE364834-F460-4710-83C0-369E125673FC}" type="presOf" srcId="{D471E45F-B026-44AA-9616-57E786AE80AF}" destId="{1C91D7E3-8940-4A33-9182-677DD5415901}" srcOrd="1" destOrd="0" presId="urn:microsoft.com/office/officeart/2011/layout/InterconnectedBlockProcess#1"/>
    <dgm:cxn modelId="{3BB6BA3B-44DE-46D1-8152-65E5ACE6567E}" type="presOf" srcId="{71A0B0C4-FCF0-4AB8-AA9E-B8A8F2580F82}" destId="{928B615F-0F8D-4140-A638-0FBB8F5BF1E9}" srcOrd="1" destOrd="0" presId="urn:microsoft.com/office/officeart/2011/layout/InterconnectedBlockProcess#1"/>
    <dgm:cxn modelId="{FAF1ED4B-B777-44CE-914B-137C28D0F2FA}" srcId="{5E92505A-51E0-4F78-B3C5-704ACF8710DE}" destId="{42DC2A35-2AE2-4135-87B3-68DF49D57675}" srcOrd="0" destOrd="0" parTransId="{7D6EFF91-58C3-4A80-934E-DD96E7637964}" sibTransId="{D5870115-210C-49CB-BBC6-BC4EE5210E29}"/>
    <dgm:cxn modelId="{EA2E3A6D-AF7F-48D3-ADB2-353DBE26A36C}" type="presOf" srcId="{7B3055AA-BF7C-46D0-9A9E-60087B9F57B4}" destId="{00BB3360-A9BB-4051-A4B1-1216F82F642C}" srcOrd="0" destOrd="0" presId="urn:microsoft.com/office/officeart/2011/layout/InterconnectedBlockProcess#1"/>
    <dgm:cxn modelId="{DC476075-62EB-4C7C-B74B-0B53908F2FAB}" type="presOf" srcId="{71A0B0C4-FCF0-4AB8-AA9E-B8A8F2580F82}" destId="{8CAE5A4D-0C7B-48A6-917B-0B8433D0574B}" srcOrd="0" destOrd="0" presId="urn:microsoft.com/office/officeart/2011/layout/InterconnectedBlockProcess#1"/>
    <dgm:cxn modelId="{F79A2578-2572-4BCF-9886-9EDDABA88D98}" type="presOf" srcId="{5E92505A-51E0-4F78-B3C5-704ACF8710DE}" destId="{2AAD338D-3122-4454-9A67-16BE024D44E3}" srcOrd="0" destOrd="0" presId="urn:microsoft.com/office/officeart/2011/layout/InterconnectedBlockProcess#1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36488983-3573-4E04-B2AB-7FA5C3A944E3}" type="presOf" srcId="{A59EC69B-8F3F-425B-819F-E8C557946AEE}" destId="{4C66D42D-7E6D-4563-AFDC-369C30B73F70}" srcOrd="0" destOrd="0" presId="urn:microsoft.com/office/officeart/2011/layout/InterconnectedBlockProcess#1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31A769AE-73E7-4870-88A5-780BD89EBB5C}" type="presOf" srcId="{65C051F6-A849-4495-A964-CD4C650B9C06}" destId="{C73DE52A-2F45-45E6-AD0E-D5BEAF609F8E}" srcOrd="0" destOrd="0" presId="urn:microsoft.com/office/officeart/2011/layout/InterconnectedBlockProcess#1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015AC7BF-DC1B-43B1-9535-ECDA1F4C419D}" type="presOf" srcId="{42DC2A35-2AE2-4135-87B3-68DF49D57675}" destId="{98225A61-A0EC-450A-BED8-EF2E47E8FD18}" srcOrd="1" destOrd="0" presId="urn:microsoft.com/office/officeart/2011/layout/InterconnectedBlockProcess#1"/>
    <dgm:cxn modelId="{9ED8ADC2-0B52-497E-BCD1-563C38FF125B}" srcId="{65C051F6-A849-4495-A964-CD4C650B9C06}" destId="{71A0B0C4-FCF0-4AB8-AA9E-B8A8F2580F82}" srcOrd="0" destOrd="0" parTransId="{568B90D3-F2E0-489D-B100-71B9B706BCD2}" sibTransId="{A45E4EA8-CCE1-4921-8155-4A2513A33C9C}"/>
    <dgm:cxn modelId="{0C13CBCB-14C4-4D6C-B29F-B5BB211C7F7A}" type="presOf" srcId="{9FED87C4-3F3B-4A18-9185-9F80CFEDEA2E}" destId="{06F8D57B-EDF4-4CF4-8700-DC2CA3E3028E}" srcOrd="0" destOrd="0" presId="urn:microsoft.com/office/officeart/2011/layout/InterconnectedBlockProcess#1"/>
    <dgm:cxn modelId="{C0007AD4-4467-4DE4-9FCE-BF4D77DB28B3}" srcId="{5751524B-FB67-4894-A0C5-35151E149D68}" destId="{A59EC69B-8F3F-425B-819F-E8C557946AEE}" srcOrd="2" destOrd="0" parTransId="{0095C3CB-916F-4060-A8DA-DD282FB51587}" sibTransId="{2868AD8D-4E38-46CE-A972-709857BF40AC}"/>
    <dgm:cxn modelId="{42F103E1-2DFC-4842-88D7-0A88EA19CD8C}" type="presOf" srcId="{988D96B0-D16E-4763-B393-84178CF4FF50}" destId="{65257024-FAC0-4522-B139-1CC85B547BE8}" srcOrd="0" destOrd="0" presId="urn:microsoft.com/office/officeart/2011/layout/InterconnectedBlockProcess#1"/>
    <dgm:cxn modelId="{A2DDBAE5-C35D-4490-A1E4-2729F9956A47}" type="presOf" srcId="{9FED87C4-3F3B-4A18-9185-9F80CFEDEA2E}" destId="{6BCCFBA6-7A43-4631-AD7F-AFB10E1E6CD7}" srcOrd="1" destOrd="0" presId="urn:microsoft.com/office/officeart/2011/layout/InterconnectedBlockProcess#1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C7FAEF8-EABC-4376-8CA3-10A0DE59A3FF}" type="presOf" srcId="{D471E45F-B026-44AA-9616-57E786AE80AF}" destId="{A134CDD1-D85F-44EF-8BEE-9F99A855C1E6}" srcOrd="0" destOrd="0" presId="urn:microsoft.com/office/officeart/2011/layout/InterconnectedBlockProcess#1"/>
    <dgm:cxn modelId="{0B1D1BFC-D8B4-4917-B49D-05DD40E4ED0B}" type="presOf" srcId="{73DB572E-062D-41AD-8033-D361B8E583DB}" destId="{0D08ED52-6744-4369-B780-916B09984775}" srcOrd="1" destOrd="0" presId="urn:microsoft.com/office/officeart/2011/layout/InterconnectedBlockProcess#1"/>
    <dgm:cxn modelId="{4786F6FF-358D-4F59-A970-C9561902E51F}" type="presOf" srcId="{73DB572E-062D-41AD-8033-D361B8E583DB}" destId="{2532504F-5FE1-4C97-B485-F05E8885EACC}" srcOrd="0" destOrd="0" presId="urn:microsoft.com/office/officeart/2011/layout/InterconnectedBlockProcess#1"/>
    <dgm:cxn modelId="{4E3A1C0D-7B43-4367-AF8B-3C18487001EF}" type="presParOf" srcId="{A6BCDA7B-D633-438F-B44D-CB4D60E5C492}" destId="{0EA92EC0-9C6F-4663-B822-B1E8E3DCB13B}" srcOrd="0" destOrd="0" presId="urn:microsoft.com/office/officeart/2011/layout/InterconnectedBlockProcess#1"/>
    <dgm:cxn modelId="{40F28DB7-8447-4E5F-A72E-77D19C4D2945}" type="presParOf" srcId="{0EA92EC0-9C6F-4663-B822-B1E8E3DCB13B}" destId="{8CAE5A4D-0C7B-48A6-917B-0B8433D0574B}" srcOrd="0" destOrd="0" presId="urn:microsoft.com/office/officeart/2011/layout/InterconnectedBlockProcess#1"/>
    <dgm:cxn modelId="{6E4219E5-BEBE-46BF-8E5D-2E5D8A5FF5D7}" type="presParOf" srcId="{A6BCDA7B-D633-438F-B44D-CB4D60E5C492}" destId="{928B615F-0F8D-4140-A638-0FBB8F5BF1E9}" srcOrd="1" destOrd="0" presId="urn:microsoft.com/office/officeart/2011/layout/InterconnectedBlockProcess#1"/>
    <dgm:cxn modelId="{FC93F46E-98B7-435E-ABCF-DC7908FE13F2}" type="presParOf" srcId="{A6BCDA7B-D633-438F-B44D-CB4D60E5C492}" destId="{C73DE52A-2F45-45E6-AD0E-D5BEAF609F8E}" srcOrd="2" destOrd="0" presId="urn:microsoft.com/office/officeart/2011/layout/InterconnectedBlockProcess#1"/>
    <dgm:cxn modelId="{342F45F2-071B-4CB6-976C-575A7F59BFE1}" type="presParOf" srcId="{A6BCDA7B-D633-438F-B44D-CB4D60E5C492}" destId="{EA3B7F60-AEEC-41A8-8A2C-D3679EFCD073}" srcOrd="3" destOrd="0" presId="urn:microsoft.com/office/officeart/2011/layout/InterconnectedBlockProcess#1"/>
    <dgm:cxn modelId="{5AC3F8EA-DD8A-4E5E-99EB-7608390A1492}" type="presParOf" srcId="{EA3B7F60-AEEC-41A8-8A2C-D3679EFCD073}" destId="{FC0F1314-3294-4A8C-8DCE-EB53E236164C}" srcOrd="0" destOrd="0" presId="urn:microsoft.com/office/officeart/2011/layout/InterconnectedBlockProcess#1"/>
    <dgm:cxn modelId="{5DEB048B-0377-4952-8FEF-3CB20844832D}" type="presParOf" srcId="{A6BCDA7B-D633-438F-B44D-CB4D60E5C492}" destId="{98225A61-A0EC-450A-BED8-EF2E47E8FD18}" srcOrd="4" destOrd="0" presId="urn:microsoft.com/office/officeart/2011/layout/InterconnectedBlockProcess#1"/>
    <dgm:cxn modelId="{D8F4EEB4-51DD-48CC-8943-4CC55162CACB}" type="presParOf" srcId="{A6BCDA7B-D633-438F-B44D-CB4D60E5C492}" destId="{2AAD338D-3122-4454-9A67-16BE024D44E3}" srcOrd="5" destOrd="0" presId="urn:microsoft.com/office/officeart/2011/layout/InterconnectedBlockProcess#1"/>
    <dgm:cxn modelId="{F6F998E6-774B-4999-93E8-D847C914FC54}" type="presParOf" srcId="{A6BCDA7B-D633-438F-B44D-CB4D60E5C492}" destId="{96AFCF47-32CA-4C44-9E3C-782007B7112E}" srcOrd="6" destOrd="0" presId="urn:microsoft.com/office/officeart/2011/layout/InterconnectedBlockProcess#1"/>
    <dgm:cxn modelId="{920A1AF0-4257-4870-89CF-6A45DAAA6D0D}" type="presParOf" srcId="{96AFCF47-32CA-4C44-9E3C-782007B7112E}" destId="{2532504F-5FE1-4C97-B485-F05E8885EACC}" srcOrd="0" destOrd="0" presId="urn:microsoft.com/office/officeart/2011/layout/InterconnectedBlockProcess#1"/>
    <dgm:cxn modelId="{C7C9CB55-AC52-417C-9D51-9C2BB3CF0666}" type="presParOf" srcId="{A6BCDA7B-D633-438F-B44D-CB4D60E5C492}" destId="{0D08ED52-6744-4369-B780-916B09984775}" srcOrd="7" destOrd="0" presId="urn:microsoft.com/office/officeart/2011/layout/InterconnectedBlockProcess#1"/>
    <dgm:cxn modelId="{E7A082DA-6C4A-453B-969C-C1E7083812CA}" type="presParOf" srcId="{A6BCDA7B-D633-438F-B44D-CB4D60E5C492}" destId="{4C66D42D-7E6D-4563-AFDC-369C30B73F70}" srcOrd="8" destOrd="0" presId="urn:microsoft.com/office/officeart/2011/layout/InterconnectedBlockProcess#1"/>
    <dgm:cxn modelId="{E9DB3BA7-C178-4D19-8FED-D37E316B7347}" type="presParOf" srcId="{A6BCDA7B-D633-438F-B44D-CB4D60E5C492}" destId="{C1269CE6-C767-48CC-AAFD-A238D1FFDABA}" srcOrd="9" destOrd="0" presId="urn:microsoft.com/office/officeart/2011/layout/InterconnectedBlockProcess#1"/>
    <dgm:cxn modelId="{CC72E1DD-A0FB-4D9C-BFA2-63C8F9895493}" type="presParOf" srcId="{C1269CE6-C767-48CC-AAFD-A238D1FFDABA}" destId="{06F8D57B-EDF4-4CF4-8700-DC2CA3E3028E}" srcOrd="0" destOrd="0" presId="urn:microsoft.com/office/officeart/2011/layout/InterconnectedBlockProcess#1"/>
    <dgm:cxn modelId="{6C8D4EBB-2D9B-4F8D-BC3C-82048C82D5ED}" type="presParOf" srcId="{A6BCDA7B-D633-438F-B44D-CB4D60E5C492}" destId="{6BCCFBA6-7A43-4631-AD7F-AFB10E1E6CD7}" srcOrd="10" destOrd="0" presId="urn:microsoft.com/office/officeart/2011/layout/InterconnectedBlockProcess#1"/>
    <dgm:cxn modelId="{9E3FB0DE-F7C8-41AF-8A24-17FC1A241C4D}" type="presParOf" srcId="{A6BCDA7B-D633-438F-B44D-CB4D60E5C492}" destId="{00BB3360-A9BB-4051-A4B1-1216F82F642C}" srcOrd="11" destOrd="0" presId="urn:microsoft.com/office/officeart/2011/layout/InterconnectedBlockProcess#1"/>
    <dgm:cxn modelId="{FF4DEBB9-2F67-4C7D-A50C-806C44FA1C82}" type="presParOf" srcId="{A6BCDA7B-D633-438F-B44D-CB4D60E5C492}" destId="{7305DF14-0FF5-45E4-8B19-015814092DBD}" srcOrd="12" destOrd="0" presId="urn:microsoft.com/office/officeart/2011/layout/InterconnectedBlockProcess#1"/>
    <dgm:cxn modelId="{9E767A62-EC1E-41BB-8579-A2E322593AF9}" type="presParOf" srcId="{7305DF14-0FF5-45E4-8B19-015814092DBD}" destId="{A134CDD1-D85F-44EF-8BEE-9F99A855C1E6}" srcOrd="0" destOrd="0" presId="urn:microsoft.com/office/officeart/2011/layout/InterconnectedBlockProcess#1"/>
    <dgm:cxn modelId="{F583F751-C568-4831-9C74-D8B8C0D35762}" type="presParOf" srcId="{A6BCDA7B-D633-438F-B44D-CB4D60E5C492}" destId="{1C91D7E3-8940-4A33-9182-677DD5415901}" srcOrd="13" destOrd="0" presId="urn:microsoft.com/office/officeart/2011/layout/InterconnectedBlockProcess#1"/>
    <dgm:cxn modelId="{6D21FAFE-F067-486C-8B01-16F0ED15993D}" type="presParOf" srcId="{A6BCDA7B-D633-438F-B44D-CB4D60E5C492}" destId="{65257024-FAC0-4522-B139-1CC85B547BE8}" srcOrd="14" destOrd="0" presId="urn:microsoft.com/office/officeart/2011/layout/InterconnectedBlock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Final Project and Presentation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Full Stack Project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and database              Integration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 and       Basics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#1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 des des" ptType="node node node node"/>
        <dgm:presOf axis="des des des des" ptType="node node 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19/01/26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Sakthi S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Blessed prince 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Vidhya R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DOMAIN – Full Stack Web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Karthik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995"/>
            <a:ext cx="10515600" cy="4004211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Government of India organization under the Ministry of Railways.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integrated IT systems for accurate data processing, reporting, and decision-making support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Factory, Yelahanka, Bangalore - Karnataka 560064.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domain- Full Stack Web Development</a:t>
            </a:r>
            <a:b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4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9911" y="1144741"/>
            <a:ext cx="10083274" cy="3538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user-friendly web pages using HTML, CSS.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Front-end and JavaScript integrated with backend.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server-side logic and APIs to handle application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managed databases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tables, queries.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secure data handling, authentication, and optimized database performance through efficient SQL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Karthik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48906" y="1180402"/>
            <a:ext cx="1009290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Managing both front-end and back-end technologies.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Keeping Up with Tech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 technologies evolve fast, requiring constant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Issues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Finding and fixing bugs across the full stack can be complex.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Ensuring apps are fast, scalable, and secure is challenging.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7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30340" y="1488389"/>
            <a:ext cx="10144664" cy="181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dynamic web application integrating both front-end and back-end.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connect the user Interface with the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full stack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https://github.com/Karthik8844/Internship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403</Words>
  <Application>Microsoft Macintosh PowerPoint</Application>
  <PresentationFormat>Widescreen</PresentationFormat>
  <Paragraphs>72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</vt:lpstr>
      <vt:lpstr>Working domain- Full Stack Web Development 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Microsoft Office User</cp:lastModifiedBy>
  <cp:revision>729</cp:revision>
  <dcterms:created xsi:type="dcterms:W3CDTF">2022-10-14T07:18:00Z</dcterms:created>
  <dcterms:modified xsi:type="dcterms:W3CDTF">2026-01-19T07:16:27Z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E5559E86758B4F84989CBD1308661269_13</vt:lpwstr>
  </property>
  <property fmtid="{D5CDD505-2E9C-101B-9397-08002B2CF9AE}" pid="3" name="KSOProductBuildVer">
    <vt:lpwstr>1033-12.2.0.23196</vt:lpwstr>
  </property>
</Properties>
</file>